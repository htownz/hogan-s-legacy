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5143500" cx="9144000"/>
  <p:notesSz cx="6858000" cy="9144000"/>
  <p:embeddedFontLst>
    <p:embeddedFont>
      <p:font typeface="Poppins"/>
      <p:regular r:id="rId28"/>
      <p:bold r:id="rId29"/>
      <p:italic r:id="rId30"/>
      <p:boldItalic r:id="rId31"/>
    </p:embeddedFont>
    <p:embeddedFont>
      <p:font typeface="Montserrat"/>
      <p:regular r:id="rId32"/>
      <p:bold r:id="rId33"/>
      <p:italic r:id="rId34"/>
      <p:boldItalic r:id="rId35"/>
    </p:embeddedFont>
    <p:embeddedFont>
      <p:font typeface="Poppins Light"/>
      <p:regular r:id="rId36"/>
      <p:bold r:id="rId37"/>
      <p:italic r:id="rId38"/>
      <p:boldItalic r:id="rId39"/>
    </p:embeddedFont>
    <p:embeddedFont>
      <p:font typeface="Poppins Medium"/>
      <p:regular r:id="rId40"/>
      <p:bold r:id="rId41"/>
      <p:italic r:id="rId42"/>
      <p:boldItalic r:id="rId43"/>
    </p:embeddedFont>
    <p:embeddedFont>
      <p:font typeface="Poppins SemiBold"/>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48" roundtripDataSignature="AMtx7mgSwm21fmnO1Udo/kuD8o6kK5Pvm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FF2D6C1-49F3-4B97-91CD-9D6D9CC03FFE}">
  <a:tblStyle styleId="{BFF2D6C1-49F3-4B97-91CD-9D6D9CC03FF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oppinsMedium-regular.fntdata"/><Relationship Id="rId20" Type="http://schemas.openxmlformats.org/officeDocument/2006/relationships/slide" Target="slides/slide14.xml"/><Relationship Id="rId42" Type="http://schemas.openxmlformats.org/officeDocument/2006/relationships/font" Target="fonts/PoppinsMedium-italic.fntdata"/><Relationship Id="rId41" Type="http://schemas.openxmlformats.org/officeDocument/2006/relationships/font" Target="fonts/PoppinsMedium-bold.fntdata"/><Relationship Id="rId22" Type="http://schemas.openxmlformats.org/officeDocument/2006/relationships/slide" Target="slides/slide16.xml"/><Relationship Id="rId44" Type="http://schemas.openxmlformats.org/officeDocument/2006/relationships/font" Target="fonts/PoppinsSemiBold-regular.fntdata"/><Relationship Id="rId21" Type="http://schemas.openxmlformats.org/officeDocument/2006/relationships/slide" Target="slides/slide15.xml"/><Relationship Id="rId43" Type="http://schemas.openxmlformats.org/officeDocument/2006/relationships/font" Target="fonts/PoppinsMedium-boldItalic.fntdata"/><Relationship Id="rId24" Type="http://schemas.openxmlformats.org/officeDocument/2006/relationships/slide" Target="slides/slide18.xml"/><Relationship Id="rId46" Type="http://schemas.openxmlformats.org/officeDocument/2006/relationships/font" Target="fonts/PoppinsSemiBold-italic.fntdata"/><Relationship Id="rId23" Type="http://schemas.openxmlformats.org/officeDocument/2006/relationships/slide" Target="slides/slide17.xml"/><Relationship Id="rId45" Type="http://schemas.openxmlformats.org/officeDocument/2006/relationships/font" Target="fonts/PoppinsSemiBold-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48" Type="http://customschemas.google.com/relationships/presentationmetadata" Target="metadata"/><Relationship Id="rId25" Type="http://schemas.openxmlformats.org/officeDocument/2006/relationships/slide" Target="slides/slide19.xml"/><Relationship Id="rId47" Type="http://schemas.openxmlformats.org/officeDocument/2006/relationships/font" Target="fonts/PoppinsSemiBold-boldItalic.fntdata"/><Relationship Id="rId28" Type="http://schemas.openxmlformats.org/officeDocument/2006/relationships/font" Target="fonts/Poppins-regular.fntdata"/><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Poppins-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oppins-boldItalic.fntdata"/><Relationship Id="rId30" Type="http://schemas.openxmlformats.org/officeDocument/2006/relationships/font" Target="fonts/Poppins-italic.fntdata"/><Relationship Id="rId11" Type="http://schemas.openxmlformats.org/officeDocument/2006/relationships/slide" Target="slides/slide5.xml"/><Relationship Id="rId33" Type="http://schemas.openxmlformats.org/officeDocument/2006/relationships/font" Target="fonts/Montserrat-bold.fntdata"/><Relationship Id="rId10" Type="http://schemas.openxmlformats.org/officeDocument/2006/relationships/slide" Target="slides/slide4.xml"/><Relationship Id="rId32" Type="http://schemas.openxmlformats.org/officeDocument/2006/relationships/font" Target="fonts/Montserrat-regular.fntdata"/><Relationship Id="rId13" Type="http://schemas.openxmlformats.org/officeDocument/2006/relationships/slide" Target="slides/slide7.xml"/><Relationship Id="rId35" Type="http://schemas.openxmlformats.org/officeDocument/2006/relationships/font" Target="fonts/Montserrat-boldItalic.fntdata"/><Relationship Id="rId12" Type="http://schemas.openxmlformats.org/officeDocument/2006/relationships/slide" Target="slides/slide6.xml"/><Relationship Id="rId34" Type="http://schemas.openxmlformats.org/officeDocument/2006/relationships/font" Target="fonts/Montserrat-italic.fntdata"/><Relationship Id="rId15" Type="http://schemas.openxmlformats.org/officeDocument/2006/relationships/slide" Target="slides/slide9.xml"/><Relationship Id="rId37" Type="http://schemas.openxmlformats.org/officeDocument/2006/relationships/font" Target="fonts/PoppinsLight-bold.fntdata"/><Relationship Id="rId14" Type="http://schemas.openxmlformats.org/officeDocument/2006/relationships/slide" Target="slides/slide8.xml"/><Relationship Id="rId36" Type="http://schemas.openxmlformats.org/officeDocument/2006/relationships/font" Target="fonts/PoppinsLight-regular.fntdata"/><Relationship Id="rId17" Type="http://schemas.openxmlformats.org/officeDocument/2006/relationships/slide" Target="slides/slide11.xml"/><Relationship Id="rId39" Type="http://schemas.openxmlformats.org/officeDocument/2006/relationships/font" Target="fonts/PoppinsLight-boldItalic.fntdata"/><Relationship Id="rId16" Type="http://schemas.openxmlformats.org/officeDocument/2006/relationships/slide" Target="slides/slide10.xml"/><Relationship Id="rId38" Type="http://schemas.openxmlformats.org/officeDocument/2006/relationships/font" Target="fonts/PoppinsLight-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Poppins"/>
                <a:ea typeface="Poppins"/>
                <a:cs typeface="Poppins"/>
                <a:sym typeface="Poppins"/>
              </a:defRPr>
            </a:lvl1pPr>
            <a:lvl2pPr indent="-228600" lvl="1" marL="9144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Poppins"/>
                <a:ea typeface="Poppins"/>
                <a:cs typeface="Poppins"/>
                <a:sym typeface="Poppins"/>
              </a:defRPr>
            </a:lvl2pPr>
            <a:lvl3pPr indent="-228600" lvl="2" marL="13716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Poppins"/>
                <a:ea typeface="Poppins"/>
                <a:cs typeface="Poppins"/>
                <a:sym typeface="Poppins"/>
              </a:defRPr>
            </a:lvl3pPr>
            <a:lvl4pPr indent="-228600" lvl="3" marL="18288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Poppins"/>
                <a:ea typeface="Poppins"/>
                <a:cs typeface="Poppins"/>
                <a:sym typeface="Poppins"/>
              </a:defRPr>
            </a:lvl4pPr>
            <a:lvl5pPr indent="-228600" lvl="4" marL="22860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Poppins"/>
                <a:ea typeface="Poppins"/>
                <a:cs typeface="Poppins"/>
                <a:sym typeface="Poppins"/>
              </a:defRPr>
            </a:lvl5pPr>
            <a:lvl6pPr indent="-228600" lvl="5" marL="27432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Poppins"/>
                <a:ea typeface="Poppins"/>
                <a:cs typeface="Poppins"/>
                <a:sym typeface="Poppins"/>
              </a:defRPr>
            </a:lvl6pPr>
            <a:lvl7pPr indent="-228600" lvl="6" marL="32004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Poppins"/>
                <a:ea typeface="Poppins"/>
                <a:cs typeface="Poppins"/>
                <a:sym typeface="Poppins"/>
              </a:defRPr>
            </a:lvl7pPr>
            <a:lvl8pPr indent="-228600" lvl="7" marL="36576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Poppins"/>
                <a:ea typeface="Poppins"/>
                <a:cs typeface="Poppins"/>
                <a:sym typeface="Poppins"/>
              </a:defRPr>
            </a:lvl8pPr>
            <a:lvl9pPr indent="-228600" lvl="8" marL="41148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 name="Google Shape;36;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 name="Google Shape;43;p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2772ac48db5_0_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 name="Google Shape;57;g2772ac48db5_0_1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69" name="Google Shape;69;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 name="Google Shape;76;p1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chemeClr val="dk1"/>
              </a:buClr>
              <a:buSzPts val="900"/>
              <a:buFont typeface="Arial"/>
              <a:buNone/>
            </a:pPr>
            <a:r>
              <a:rPr lang="en-US" sz="850">
                <a:solidFill>
                  <a:srgbClr val="0D0D0D"/>
                </a:solidFill>
                <a:latin typeface="Poppins Light"/>
                <a:ea typeface="Poppins Light"/>
                <a:cs typeface="Poppins Light"/>
                <a:sym typeface="Poppins Light"/>
              </a:rPr>
              <a:t>The potential market for Record Vote is enormous, with millions of Texans seeking reliable and user-friendly tools to stay informed and engaged in the democratic process. Our initial customers will be the “capitol crowd.” The people who’s business it is to participate and influence the legislative process and who represent the interests of public, private, and government organizations. </a:t>
            </a:r>
            <a:endParaRPr sz="850">
              <a:solidFill>
                <a:srgbClr val="0D0D0D"/>
              </a:solidFill>
              <a:latin typeface="Poppins Light"/>
              <a:ea typeface="Poppins Light"/>
              <a:cs typeface="Poppins Light"/>
              <a:sym typeface="Poppins Light"/>
            </a:endParaRPr>
          </a:p>
          <a:p>
            <a:pPr indent="0" lvl="0" marL="0" rtl="0" algn="l">
              <a:lnSpc>
                <a:spcPct val="150000"/>
              </a:lnSpc>
              <a:spcBef>
                <a:spcPts val="0"/>
              </a:spcBef>
              <a:spcAft>
                <a:spcPts val="0"/>
              </a:spcAft>
              <a:buClr>
                <a:schemeClr val="dk1"/>
              </a:buClr>
              <a:buSzPts val="900"/>
              <a:buFont typeface="Arial"/>
              <a:buNone/>
            </a:pPr>
            <a:r>
              <a:t/>
            </a:r>
            <a:endParaRPr sz="850">
              <a:solidFill>
                <a:srgbClr val="0D0D0D"/>
              </a:solidFill>
              <a:latin typeface="Poppins Light"/>
              <a:ea typeface="Poppins Light"/>
              <a:cs typeface="Poppins Light"/>
              <a:sym typeface="Poppins Light"/>
            </a:endParaRPr>
          </a:p>
          <a:p>
            <a:pPr indent="0" lvl="0" marL="0" rtl="0" algn="l">
              <a:lnSpc>
                <a:spcPct val="150000"/>
              </a:lnSpc>
              <a:spcBef>
                <a:spcPts val="0"/>
              </a:spcBef>
              <a:spcAft>
                <a:spcPts val="0"/>
              </a:spcAft>
              <a:buClr>
                <a:schemeClr val="dk1"/>
              </a:buClr>
              <a:buSzPts val="900"/>
              <a:buFont typeface="Arial"/>
              <a:buNone/>
            </a:pPr>
            <a:r>
              <a:rPr lang="en-US" sz="850">
                <a:solidFill>
                  <a:srgbClr val="0D0D0D"/>
                </a:solidFill>
                <a:latin typeface="Poppins Light"/>
                <a:ea typeface="Poppins Light"/>
                <a:cs typeface="Poppins Light"/>
                <a:sym typeface="Poppins Light"/>
              </a:rPr>
              <a:t>The Texas Capitol is a hub of legislative and regulatory activity, with hundreds of bills and rules introduced each year. Our platform addresses a specific need that is currently unmet by the existing software solutions in the market. </a:t>
            </a:r>
            <a:endParaRPr sz="850">
              <a:solidFill>
                <a:srgbClr val="0D0D0D"/>
              </a:solidFill>
              <a:latin typeface="Poppins Light"/>
              <a:ea typeface="Poppins Light"/>
              <a:cs typeface="Poppins Light"/>
              <a:sym typeface="Poppins Light"/>
            </a:endParaRPr>
          </a:p>
          <a:p>
            <a:pPr indent="0" lvl="0" marL="0" rtl="0" algn="l">
              <a:lnSpc>
                <a:spcPct val="150000"/>
              </a:lnSpc>
              <a:spcBef>
                <a:spcPts val="0"/>
              </a:spcBef>
              <a:spcAft>
                <a:spcPts val="0"/>
              </a:spcAft>
              <a:buClr>
                <a:schemeClr val="dk1"/>
              </a:buClr>
              <a:buSzPts val="900"/>
              <a:buFont typeface="Arial"/>
              <a:buNone/>
            </a:pPr>
            <a:r>
              <a:t/>
            </a:r>
            <a:endParaRPr sz="850">
              <a:solidFill>
                <a:srgbClr val="0D0D0D"/>
              </a:solidFill>
              <a:latin typeface="Poppins Light"/>
              <a:ea typeface="Poppins Light"/>
              <a:cs typeface="Poppins Light"/>
              <a:sym typeface="Poppins Light"/>
            </a:endParaRPr>
          </a:p>
          <a:p>
            <a:pPr indent="0" lvl="0" marL="0" rtl="0" algn="l">
              <a:lnSpc>
                <a:spcPct val="150000"/>
              </a:lnSpc>
              <a:spcBef>
                <a:spcPts val="0"/>
              </a:spcBef>
              <a:spcAft>
                <a:spcPts val="0"/>
              </a:spcAft>
              <a:buClr>
                <a:schemeClr val="dk1"/>
              </a:buClr>
              <a:buSzPts val="900"/>
              <a:buFont typeface="Arial"/>
              <a:buNone/>
            </a:pPr>
            <a:r>
              <a:rPr lang="en-US" sz="850">
                <a:solidFill>
                  <a:srgbClr val="0D0D0D"/>
                </a:solidFill>
                <a:latin typeface="Poppins Light"/>
                <a:ea typeface="Poppins Light"/>
                <a:cs typeface="Poppins Light"/>
                <a:sym typeface="Poppins Light"/>
              </a:rPr>
              <a:t>With our focus on the Texas market, we are uniquely positioned to capture a significant share of this growing market and become the go-to tool for Texans who want to stay informed and engaged.</a:t>
            </a:r>
            <a:endParaRPr sz="850">
              <a:solidFill>
                <a:srgbClr val="0D0D0D"/>
              </a:solidFill>
              <a:latin typeface="Poppins Light"/>
              <a:ea typeface="Poppins Light"/>
              <a:cs typeface="Poppins Light"/>
              <a:sym typeface="Poppins Light"/>
            </a:endParaRPr>
          </a:p>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 name="Google Shape;84;p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rPr lang="en-US" sz="1200"/>
              <a:t>It’s important to us, and I believe I speak for the entire team here, that we do not take the word revolutionizing lightly. Beyond bringing the highest quality product to market (arguably the most quality product on the market in the country), we strongly believe that this tool will change the way lobbying is done in Texas. We believe that an investment in the development of this product will open the doors for more individuals and organizations to enter the market (ease of use, accessibility, affordability, responsiveness to customers and demand) and it could change the very way our state legislature operates. This is something that if done properly in early development phases will forever change Texas politics and endure the test of time. </a:t>
            </a:r>
            <a:endParaRPr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 name="Google Shape;94;p1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chemeClr val="dk1"/>
              </a:buClr>
              <a:buSzPts val="900"/>
              <a:buFont typeface="Arial"/>
              <a:buNone/>
            </a:pPr>
            <a:r>
              <a:rPr lang="en-US" sz="900">
                <a:solidFill>
                  <a:srgbClr val="0D0D0D"/>
                </a:solidFill>
                <a:latin typeface="Poppins Light"/>
                <a:ea typeface="Poppins Light"/>
                <a:cs typeface="Poppins Light"/>
                <a:sym typeface="Poppins Light"/>
              </a:rPr>
              <a:t>Record Vote's business model is simple and effective: </a:t>
            </a:r>
            <a:endParaRPr sz="900">
              <a:solidFill>
                <a:srgbClr val="0D0D0D"/>
              </a:solidFill>
              <a:latin typeface="Poppins Light"/>
              <a:ea typeface="Poppins Light"/>
              <a:cs typeface="Poppins Light"/>
              <a:sym typeface="Poppins Light"/>
            </a:endParaRPr>
          </a:p>
          <a:p>
            <a:pPr indent="0" lvl="0" marL="0" rtl="0" algn="l">
              <a:lnSpc>
                <a:spcPct val="150000"/>
              </a:lnSpc>
              <a:spcBef>
                <a:spcPts val="0"/>
              </a:spcBef>
              <a:spcAft>
                <a:spcPts val="0"/>
              </a:spcAft>
              <a:buClr>
                <a:schemeClr val="dk1"/>
              </a:buClr>
              <a:buSzPts val="900"/>
              <a:buFont typeface="Arial"/>
              <a:buNone/>
            </a:pPr>
            <a:r>
              <a:t/>
            </a:r>
            <a:endParaRPr sz="900">
              <a:solidFill>
                <a:srgbClr val="0D0D0D"/>
              </a:solidFill>
              <a:latin typeface="Poppins Light"/>
              <a:ea typeface="Poppins Light"/>
              <a:cs typeface="Poppins Light"/>
              <a:sym typeface="Poppins Light"/>
            </a:endParaRPr>
          </a:p>
          <a:p>
            <a:pPr indent="0" lvl="0" marL="0" rtl="0" algn="l">
              <a:lnSpc>
                <a:spcPct val="150000"/>
              </a:lnSpc>
              <a:spcBef>
                <a:spcPts val="0"/>
              </a:spcBef>
              <a:spcAft>
                <a:spcPts val="0"/>
              </a:spcAft>
              <a:buClr>
                <a:schemeClr val="dk1"/>
              </a:buClr>
              <a:buSzPts val="900"/>
              <a:buFont typeface="Arial"/>
              <a:buNone/>
            </a:pPr>
            <a:r>
              <a:rPr lang="en-US" sz="900">
                <a:solidFill>
                  <a:srgbClr val="0D0D0D"/>
                </a:solidFill>
                <a:latin typeface="Poppins Light"/>
                <a:ea typeface="Poppins Light"/>
                <a:cs typeface="Poppins Light"/>
                <a:sym typeface="Poppins Light"/>
              </a:rPr>
              <a:t>We generate revenue through our subscription-based service, which provides our users with access to exclusive content and features. </a:t>
            </a:r>
            <a:endParaRPr sz="900">
              <a:solidFill>
                <a:srgbClr val="0D0D0D"/>
              </a:solidFill>
              <a:latin typeface="Poppins Light"/>
              <a:ea typeface="Poppins Light"/>
              <a:cs typeface="Poppins Light"/>
              <a:sym typeface="Poppins Light"/>
            </a:endParaRPr>
          </a:p>
          <a:p>
            <a:pPr indent="0" lvl="0" marL="0" rtl="0" algn="l">
              <a:lnSpc>
                <a:spcPct val="150000"/>
              </a:lnSpc>
              <a:spcBef>
                <a:spcPts val="0"/>
              </a:spcBef>
              <a:spcAft>
                <a:spcPts val="0"/>
              </a:spcAft>
              <a:buClr>
                <a:schemeClr val="dk1"/>
              </a:buClr>
              <a:buSzPts val="900"/>
              <a:buFont typeface="Arial"/>
              <a:buNone/>
            </a:pPr>
            <a:r>
              <a:t/>
            </a:r>
            <a:endParaRPr sz="900">
              <a:solidFill>
                <a:srgbClr val="0D0D0D"/>
              </a:solidFill>
              <a:latin typeface="Poppins Light"/>
              <a:ea typeface="Poppins Light"/>
              <a:cs typeface="Poppins Light"/>
              <a:sym typeface="Poppins Light"/>
            </a:endParaRPr>
          </a:p>
          <a:p>
            <a:pPr indent="0" lvl="0" marL="0" rtl="0" algn="l">
              <a:lnSpc>
                <a:spcPct val="150000"/>
              </a:lnSpc>
              <a:spcBef>
                <a:spcPts val="0"/>
              </a:spcBef>
              <a:spcAft>
                <a:spcPts val="0"/>
              </a:spcAft>
              <a:buClr>
                <a:schemeClr val="dk1"/>
              </a:buClr>
              <a:buSzPts val="900"/>
              <a:buFont typeface="Arial"/>
              <a:buNone/>
            </a:pPr>
            <a:r>
              <a:rPr lang="en-US" sz="900">
                <a:solidFill>
                  <a:srgbClr val="0D0D0D"/>
                </a:solidFill>
                <a:latin typeface="Poppins Light"/>
                <a:ea typeface="Poppins Light"/>
                <a:cs typeface="Poppins Light"/>
                <a:sym typeface="Poppins Light"/>
              </a:rPr>
              <a:t>Our subscription plans are designed to meet the needs of a wide range of users, from individuals to businesses and organizations. In addition, we plan to explore othr revenue streams, such as advertising partnerships and affiliate marketing programs through our free public software. </a:t>
            </a:r>
            <a:endParaRPr sz="900">
              <a:solidFill>
                <a:srgbClr val="0D0D0D"/>
              </a:solidFill>
              <a:latin typeface="Poppins Light"/>
              <a:ea typeface="Poppins Light"/>
              <a:cs typeface="Poppins Light"/>
              <a:sym typeface="Poppins Light"/>
            </a:endParaRPr>
          </a:p>
          <a:p>
            <a:pPr indent="0" lvl="0" marL="0" rtl="0" algn="l">
              <a:lnSpc>
                <a:spcPct val="150000"/>
              </a:lnSpc>
              <a:spcBef>
                <a:spcPts val="0"/>
              </a:spcBef>
              <a:spcAft>
                <a:spcPts val="0"/>
              </a:spcAft>
              <a:buClr>
                <a:schemeClr val="dk1"/>
              </a:buClr>
              <a:buSzPts val="900"/>
              <a:buFont typeface="Arial"/>
              <a:buNone/>
            </a:pPr>
            <a:r>
              <a:t/>
            </a:r>
            <a:endParaRPr sz="900">
              <a:solidFill>
                <a:srgbClr val="0D0D0D"/>
              </a:solidFill>
              <a:latin typeface="Poppins Light"/>
              <a:ea typeface="Poppins Light"/>
              <a:cs typeface="Poppins Light"/>
              <a:sym typeface="Poppins Light"/>
            </a:endParaRPr>
          </a:p>
          <a:p>
            <a:pPr indent="0" lvl="0" marL="0" rtl="0" algn="l">
              <a:lnSpc>
                <a:spcPct val="150000"/>
              </a:lnSpc>
              <a:spcBef>
                <a:spcPts val="0"/>
              </a:spcBef>
              <a:spcAft>
                <a:spcPts val="0"/>
              </a:spcAft>
              <a:buClr>
                <a:schemeClr val="dk1"/>
              </a:buClr>
              <a:buSzPts val="900"/>
              <a:buFont typeface="Arial"/>
              <a:buNone/>
            </a:pPr>
            <a:r>
              <a:rPr lang="en-US" sz="900">
                <a:solidFill>
                  <a:srgbClr val="0D0D0D"/>
                </a:solidFill>
                <a:latin typeface="Poppins Light"/>
                <a:ea typeface="Poppins Light"/>
                <a:cs typeface="Poppins Light"/>
                <a:sym typeface="Poppins Light"/>
              </a:rPr>
              <a:t>Our goal is to provide a valuable service to our users while also generating sustainable revenue for our company.</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250a953eac4_0_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 name="Google Shape;105;g250a953eac4_0_6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772ac48db5_0_8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7" name="Google Shape;117;g2772ac48db5_0_8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50a953eac4_0_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9" name="Google Shape;129;g250a953eac4_0_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1" name="Google Shape;141;p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7" name="Google Shape;147;p1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rPr lang="en-US"/>
              <a:t>Fiscal Note &amp; Quorum are the most likely to acquire competitors. National/Global scope </a:t>
            </a:r>
            <a:endParaRPr/>
          </a:p>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66" name="Google Shape;166;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8" name="Google Shape;208;p1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4" name="Google Shape;214;p1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250a953eac4_0_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6" name="Google Shape;226;g250a953eac4_0_1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250a953eac4_0_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5" name="Google Shape;235;g250a953eac4_0_2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rPr lang="en-US"/>
              <a:t>Option 1 - If you want to start receiving residuals ASAP - we will need to be aggressive in sales/marketing due to the price point - comparable to Telicon. Assumes higher investment in sales/marketing and less potential for reinvestment for upgrades, expansion opportunities.</a:t>
            </a:r>
            <a:endParaRPr/>
          </a:p>
          <a:p>
            <a:pPr indent="0" lvl="0" marL="0" rtl="0" algn="l">
              <a:lnSpc>
                <a:spcPct val="117999"/>
              </a:lnSpc>
              <a:spcBef>
                <a:spcPts val="0"/>
              </a:spcBef>
              <a:spcAft>
                <a:spcPts val="0"/>
              </a:spcAft>
              <a:buSzPts val="1400"/>
              <a:buNone/>
            </a:pPr>
            <a:r>
              <a:t/>
            </a:r>
            <a:endParaRPr/>
          </a:p>
          <a:p>
            <a:pPr indent="0" lvl="0" marL="0" rtl="0" algn="l">
              <a:lnSpc>
                <a:spcPct val="117999"/>
              </a:lnSpc>
              <a:spcBef>
                <a:spcPts val="0"/>
              </a:spcBef>
              <a:spcAft>
                <a:spcPts val="0"/>
              </a:spcAft>
              <a:buSzPts val="1400"/>
              <a:buNone/>
            </a:pPr>
            <a:r>
              <a:rPr lang="en-US"/>
              <a:t>Option 2 - Undercut Telicon drastically (by &gt;200%) to grab market share/more subscribers immediately and try to drive Telicon out, then add additional fees for new features and add advertising revenue.</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2520cd657a0_0_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4" name="Google Shape;244;g2520cd657a0_0_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6" name="Google Shape;256;p2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1" name="Google Shape;261;p2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2772ac48db5_0_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2" name="Google Shape;272;g2772ac48db5_0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“Wealth in and of itself is not problematic. It is how rich people convert financial might into political power for their own benefit that creates problems.”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assic Layout">
  <p:cSld name="CUSTOM">
    <p:spTree>
      <p:nvGrpSpPr>
        <p:cNvPr id="8" name="Shape 8"/>
        <p:cNvGrpSpPr/>
        <p:nvPr/>
      </p:nvGrpSpPr>
      <p:grpSpPr>
        <a:xfrm>
          <a:off x="0" y="0"/>
          <a:ext cx="0" cy="0"/>
          <a:chOff x="0" y="0"/>
          <a:chExt cx="0" cy="0"/>
        </a:xfrm>
      </p:grpSpPr>
      <p:sp>
        <p:nvSpPr>
          <p:cNvPr id="9" name="Google Shape;9;p24"/>
          <p:cNvSpPr txBox="1"/>
          <p:nvPr>
            <p:ph type="title"/>
          </p:nvPr>
        </p:nvSpPr>
        <p:spPr>
          <a:xfrm>
            <a:off x="456046" y="403100"/>
            <a:ext cx="8232000" cy="572700"/>
          </a:xfrm>
          <a:prstGeom prst="rect">
            <a:avLst/>
          </a:prstGeom>
          <a:noFill/>
          <a:ln>
            <a:noFill/>
          </a:ln>
        </p:spPr>
        <p:txBody>
          <a:bodyPr anchorCtr="0" anchor="t" bIns="91425" lIns="0" spcFirstLastPara="1" rIns="0"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0" name="Google Shape;10;p24"/>
          <p:cNvSpPr txBox="1"/>
          <p:nvPr>
            <p:ph idx="1" type="subTitle"/>
          </p:nvPr>
        </p:nvSpPr>
        <p:spPr>
          <a:xfrm>
            <a:off x="456000" y="975800"/>
            <a:ext cx="8232000" cy="517800"/>
          </a:xfrm>
          <a:prstGeom prst="rect">
            <a:avLst/>
          </a:prstGeom>
          <a:noFill/>
          <a:ln>
            <a:noFill/>
          </a:ln>
        </p:spPr>
        <p:txBody>
          <a:bodyPr anchorCtr="0" anchor="t" bIns="91425" lIns="0" spcFirstLastPara="1" rIns="0" wrap="square" tIns="91425">
            <a:noAutofit/>
          </a:bodyPr>
          <a:lstStyle>
            <a:lvl1pPr lvl="0" algn="l">
              <a:lnSpc>
                <a:spcPct val="115000"/>
              </a:lnSpc>
              <a:spcBef>
                <a:spcPts val="0"/>
              </a:spcBef>
              <a:spcAft>
                <a:spcPts val="0"/>
              </a:spcAft>
              <a:buSzPts val="1900"/>
              <a:buFont typeface="Poppins SemiBold"/>
              <a:buNone/>
              <a:defRPr sz="1900">
                <a:latin typeface="Poppins SemiBold"/>
                <a:ea typeface="Poppins SemiBold"/>
                <a:cs typeface="Poppins SemiBold"/>
                <a:sym typeface="Poppins SemiBold"/>
              </a:defRPr>
            </a:lvl1pPr>
            <a:lvl2pPr lvl="1" algn="l">
              <a:lnSpc>
                <a:spcPct val="115000"/>
              </a:lnSpc>
              <a:spcBef>
                <a:spcPts val="0"/>
              </a:spcBef>
              <a:spcAft>
                <a:spcPts val="0"/>
              </a:spcAft>
              <a:buSzPts val="1900"/>
              <a:buFont typeface="Poppins SemiBold"/>
              <a:buNone/>
              <a:defRPr sz="1900">
                <a:latin typeface="Poppins SemiBold"/>
                <a:ea typeface="Poppins SemiBold"/>
                <a:cs typeface="Poppins SemiBold"/>
                <a:sym typeface="Poppins SemiBold"/>
              </a:defRPr>
            </a:lvl2pPr>
            <a:lvl3pPr lvl="2" algn="l">
              <a:lnSpc>
                <a:spcPct val="115000"/>
              </a:lnSpc>
              <a:spcBef>
                <a:spcPts val="0"/>
              </a:spcBef>
              <a:spcAft>
                <a:spcPts val="0"/>
              </a:spcAft>
              <a:buSzPts val="1900"/>
              <a:buFont typeface="Poppins SemiBold"/>
              <a:buNone/>
              <a:defRPr sz="1900">
                <a:latin typeface="Poppins SemiBold"/>
                <a:ea typeface="Poppins SemiBold"/>
                <a:cs typeface="Poppins SemiBold"/>
                <a:sym typeface="Poppins SemiBold"/>
              </a:defRPr>
            </a:lvl3pPr>
            <a:lvl4pPr lvl="3" algn="l">
              <a:lnSpc>
                <a:spcPct val="115000"/>
              </a:lnSpc>
              <a:spcBef>
                <a:spcPts val="0"/>
              </a:spcBef>
              <a:spcAft>
                <a:spcPts val="0"/>
              </a:spcAft>
              <a:buSzPts val="1900"/>
              <a:buFont typeface="Poppins SemiBold"/>
              <a:buNone/>
              <a:defRPr sz="1900">
                <a:latin typeface="Poppins SemiBold"/>
                <a:ea typeface="Poppins SemiBold"/>
                <a:cs typeface="Poppins SemiBold"/>
                <a:sym typeface="Poppins SemiBold"/>
              </a:defRPr>
            </a:lvl4pPr>
            <a:lvl5pPr lvl="4" algn="l">
              <a:lnSpc>
                <a:spcPct val="115000"/>
              </a:lnSpc>
              <a:spcBef>
                <a:spcPts val="0"/>
              </a:spcBef>
              <a:spcAft>
                <a:spcPts val="0"/>
              </a:spcAft>
              <a:buSzPts val="1900"/>
              <a:buFont typeface="Poppins SemiBold"/>
              <a:buNone/>
              <a:defRPr sz="1900">
                <a:latin typeface="Poppins SemiBold"/>
                <a:ea typeface="Poppins SemiBold"/>
                <a:cs typeface="Poppins SemiBold"/>
                <a:sym typeface="Poppins SemiBold"/>
              </a:defRPr>
            </a:lvl5pPr>
            <a:lvl6pPr lvl="5" algn="l">
              <a:lnSpc>
                <a:spcPct val="115000"/>
              </a:lnSpc>
              <a:spcBef>
                <a:spcPts val="0"/>
              </a:spcBef>
              <a:spcAft>
                <a:spcPts val="0"/>
              </a:spcAft>
              <a:buSzPts val="1900"/>
              <a:buFont typeface="Poppins SemiBold"/>
              <a:buNone/>
              <a:defRPr sz="1900">
                <a:latin typeface="Poppins SemiBold"/>
                <a:ea typeface="Poppins SemiBold"/>
                <a:cs typeface="Poppins SemiBold"/>
                <a:sym typeface="Poppins SemiBold"/>
              </a:defRPr>
            </a:lvl6pPr>
            <a:lvl7pPr lvl="6" algn="l">
              <a:lnSpc>
                <a:spcPct val="115000"/>
              </a:lnSpc>
              <a:spcBef>
                <a:spcPts val="0"/>
              </a:spcBef>
              <a:spcAft>
                <a:spcPts val="0"/>
              </a:spcAft>
              <a:buSzPts val="1900"/>
              <a:buFont typeface="Poppins SemiBold"/>
              <a:buNone/>
              <a:defRPr sz="1900">
                <a:latin typeface="Poppins SemiBold"/>
                <a:ea typeface="Poppins SemiBold"/>
                <a:cs typeface="Poppins SemiBold"/>
                <a:sym typeface="Poppins SemiBold"/>
              </a:defRPr>
            </a:lvl7pPr>
            <a:lvl8pPr lvl="7" algn="l">
              <a:lnSpc>
                <a:spcPct val="115000"/>
              </a:lnSpc>
              <a:spcBef>
                <a:spcPts val="0"/>
              </a:spcBef>
              <a:spcAft>
                <a:spcPts val="0"/>
              </a:spcAft>
              <a:buSzPts val="1900"/>
              <a:buFont typeface="Poppins SemiBold"/>
              <a:buNone/>
              <a:defRPr sz="1900">
                <a:latin typeface="Poppins SemiBold"/>
                <a:ea typeface="Poppins SemiBold"/>
                <a:cs typeface="Poppins SemiBold"/>
                <a:sym typeface="Poppins SemiBold"/>
              </a:defRPr>
            </a:lvl8pPr>
            <a:lvl9pPr lvl="8" algn="l">
              <a:lnSpc>
                <a:spcPct val="115000"/>
              </a:lnSpc>
              <a:spcBef>
                <a:spcPts val="0"/>
              </a:spcBef>
              <a:spcAft>
                <a:spcPts val="0"/>
              </a:spcAft>
              <a:buSzPts val="1900"/>
              <a:buFont typeface="Poppins SemiBold"/>
              <a:buNone/>
              <a:defRPr sz="1900">
                <a:latin typeface="Poppins SemiBold"/>
                <a:ea typeface="Poppins SemiBold"/>
                <a:cs typeface="Poppins SemiBold"/>
                <a:sym typeface="Poppins SemiBold"/>
              </a:defRPr>
            </a:lvl9pPr>
          </a:lstStyle>
          <a:p/>
        </p:txBody>
      </p:sp>
      <p:sp>
        <p:nvSpPr>
          <p:cNvPr id="11" name="Google Shape;11;p24"/>
          <p:cNvSpPr txBox="1"/>
          <p:nvPr>
            <p:ph idx="2" type="body"/>
          </p:nvPr>
        </p:nvSpPr>
        <p:spPr>
          <a:xfrm>
            <a:off x="456050" y="1553625"/>
            <a:ext cx="8232000" cy="2488800"/>
          </a:xfrm>
          <a:prstGeom prst="rect">
            <a:avLst/>
          </a:prstGeom>
          <a:noFill/>
          <a:ln>
            <a:noFill/>
          </a:ln>
        </p:spPr>
        <p:txBody>
          <a:bodyPr anchorCtr="0" anchor="t" bIns="91425" lIns="0" spcFirstLastPara="1" rIns="0" wrap="square" tIns="91425">
            <a:noAutofit/>
          </a:bodyPr>
          <a:lstStyle>
            <a:lvl1pPr indent="-285750" lvl="0" marL="457200" algn="l">
              <a:lnSpc>
                <a:spcPct val="115000"/>
              </a:lnSpc>
              <a:spcBef>
                <a:spcPts val="0"/>
              </a:spcBef>
              <a:spcAft>
                <a:spcPts val="0"/>
              </a:spcAft>
              <a:buSzPts val="900"/>
              <a:buFont typeface="Poppins Light"/>
              <a:buChar char="●"/>
              <a:defRPr sz="900">
                <a:latin typeface="Poppins Light"/>
                <a:ea typeface="Poppins Light"/>
                <a:cs typeface="Poppins Light"/>
                <a:sym typeface="Poppins Light"/>
              </a:defRPr>
            </a:lvl1pPr>
            <a:lvl2pPr indent="-285750" lvl="1" marL="914400" algn="l">
              <a:lnSpc>
                <a:spcPct val="115000"/>
              </a:lnSpc>
              <a:spcBef>
                <a:spcPts val="0"/>
              </a:spcBef>
              <a:spcAft>
                <a:spcPts val="0"/>
              </a:spcAft>
              <a:buSzPts val="900"/>
              <a:buFont typeface="Poppins Light"/>
              <a:buChar char="○"/>
              <a:defRPr sz="900">
                <a:latin typeface="Poppins Light"/>
                <a:ea typeface="Poppins Light"/>
                <a:cs typeface="Poppins Light"/>
                <a:sym typeface="Poppins Light"/>
              </a:defRPr>
            </a:lvl2pPr>
            <a:lvl3pPr indent="-285750" lvl="2" marL="1371600" algn="l">
              <a:lnSpc>
                <a:spcPct val="115000"/>
              </a:lnSpc>
              <a:spcBef>
                <a:spcPts val="0"/>
              </a:spcBef>
              <a:spcAft>
                <a:spcPts val="0"/>
              </a:spcAft>
              <a:buSzPts val="900"/>
              <a:buFont typeface="Poppins Light"/>
              <a:buChar char="■"/>
              <a:defRPr sz="900">
                <a:latin typeface="Poppins Light"/>
                <a:ea typeface="Poppins Light"/>
                <a:cs typeface="Poppins Light"/>
                <a:sym typeface="Poppins Light"/>
              </a:defRPr>
            </a:lvl3pPr>
            <a:lvl4pPr indent="-285750" lvl="3" marL="1828800" algn="l">
              <a:lnSpc>
                <a:spcPct val="115000"/>
              </a:lnSpc>
              <a:spcBef>
                <a:spcPts val="0"/>
              </a:spcBef>
              <a:spcAft>
                <a:spcPts val="0"/>
              </a:spcAft>
              <a:buSzPts val="900"/>
              <a:buFont typeface="Poppins Light"/>
              <a:buChar char="●"/>
              <a:defRPr sz="900">
                <a:latin typeface="Poppins Light"/>
                <a:ea typeface="Poppins Light"/>
                <a:cs typeface="Poppins Light"/>
                <a:sym typeface="Poppins Light"/>
              </a:defRPr>
            </a:lvl4pPr>
            <a:lvl5pPr indent="-285750" lvl="4" marL="2286000" algn="l">
              <a:lnSpc>
                <a:spcPct val="115000"/>
              </a:lnSpc>
              <a:spcBef>
                <a:spcPts val="0"/>
              </a:spcBef>
              <a:spcAft>
                <a:spcPts val="0"/>
              </a:spcAft>
              <a:buSzPts val="900"/>
              <a:buFont typeface="Poppins Light"/>
              <a:buChar char="○"/>
              <a:defRPr sz="900">
                <a:latin typeface="Poppins Light"/>
                <a:ea typeface="Poppins Light"/>
                <a:cs typeface="Poppins Light"/>
                <a:sym typeface="Poppins Light"/>
              </a:defRPr>
            </a:lvl5pPr>
            <a:lvl6pPr indent="-285750" lvl="5" marL="2743200" algn="l">
              <a:lnSpc>
                <a:spcPct val="115000"/>
              </a:lnSpc>
              <a:spcBef>
                <a:spcPts val="0"/>
              </a:spcBef>
              <a:spcAft>
                <a:spcPts val="0"/>
              </a:spcAft>
              <a:buSzPts val="900"/>
              <a:buFont typeface="Poppins Light"/>
              <a:buChar char="■"/>
              <a:defRPr sz="900">
                <a:latin typeface="Poppins Light"/>
                <a:ea typeface="Poppins Light"/>
                <a:cs typeface="Poppins Light"/>
                <a:sym typeface="Poppins Light"/>
              </a:defRPr>
            </a:lvl6pPr>
            <a:lvl7pPr indent="-285750" lvl="6" marL="3200400" algn="l">
              <a:lnSpc>
                <a:spcPct val="115000"/>
              </a:lnSpc>
              <a:spcBef>
                <a:spcPts val="0"/>
              </a:spcBef>
              <a:spcAft>
                <a:spcPts val="0"/>
              </a:spcAft>
              <a:buSzPts val="900"/>
              <a:buFont typeface="Poppins Light"/>
              <a:buChar char="●"/>
              <a:defRPr sz="900">
                <a:latin typeface="Poppins Light"/>
                <a:ea typeface="Poppins Light"/>
                <a:cs typeface="Poppins Light"/>
                <a:sym typeface="Poppins Light"/>
              </a:defRPr>
            </a:lvl7pPr>
            <a:lvl8pPr indent="-285750" lvl="7" marL="3657600" algn="l">
              <a:lnSpc>
                <a:spcPct val="115000"/>
              </a:lnSpc>
              <a:spcBef>
                <a:spcPts val="0"/>
              </a:spcBef>
              <a:spcAft>
                <a:spcPts val="0"/>
              </a:spcAft>
              <a:buSzPts val="900"/>
              <a:buFont typeface="Poppins Light"/>
              <a:buChar char="○"/>
              <a:defRPr sz="900">
                <a:latin typeface="Poppins Light"/>
                <a:ea typeface="Poppins Light"/>
                <a:cs typeface="Poppins Light"/>
                <a:sym typeface="Poppins Light"/>
              </a:defRPr>
            </a:lvl8pPr>
            <a:lvl9pPr indent="-285750" lvl="8" marL="4114800" algn="l">
              <a:lnSpc>
                <a:spcPct val="115000"/>
              </a:lnSpc>
              <a:spcBef>
                <a:spcPts val="0"/>
              </a:spcBef>
              <a:spcAft>
                <a:spcPts val="0"/>
              </a:spcAft>
              <a:buSzPts val="900"/>
              <a:buFont typeface="Poppins Light"/>
              <a:buChar char="■"/>
              <a:defRPr sz="900">
                <a:latin typeface="Poppins Light"/>
                <a:ea typeface="Poppins Light"/>
                <a:cs typeface="Poppins Light"/>
                <a:sym typeface="Poppins Light"/>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2" name="Shape 12"/>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lide">
  <p:cSld name="CUSTOM_2">
    <p:spTree>
      <p:nvGrpSpPr>
        <p:cNvPr id="13" name="Shape 13"/>
        <p:cNvGrpSpPr/>
        <p:nvPr/>
      </p:nvGrpSpPr>
      <p:grpSpPr>
        <a:xfrm>
          <a:off x="0" y="0"/>
          <a:ext cx="0" cy="0"/>
          <a:chOff x="0" y="0"/>
          <a:chExt cx="0" cy="0"/>
        </a:xfrm>
      </p:grpSpPr>
      <p:sp>
        <p:nvSpPr>
          <p:cNvPr id="14" name="Google Shape;14;p27"/>
          <p:cNvSpPr/>
          <p:nvPr/>
        </p:nvSpPr>
        <p:spPr>
          <a:xfrm>
            <a:off x="757500" y="1510625"/>
            <a:ext cx="7629000" cy="2122200"/>
          </a:xfrm>
          <a:prstGeom prst="roundRect">
            <a:avLst>
              <a:gd fmla="val 26224" name="adj"/>
            </a:avLst>
          </a:prstGeom>
          <a:solidFill>
            <a:srgbClr val="FFFFFF"/>
          </a:solidFill>
          <a:ln cap="flat" cmpd="sng" w="9525">
            <a:solidFill>
              <a:srgbClr val="0D0D0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27"/>
          <p:cNvSpPr txBox="1"/>
          <p:nvPr>
            <p:ph type="title"/>
          </p:nvPr>
        </p:nvSpPr>
        <p:spPr>
          <a:xfrm>
            <a:off x="1283100" y="2161175"/>
            <a:ext cx="4815600" cy="572700"/>
          </a:xfrm>
          <a:prstGeom prst="rect">
            <a:avLst/>
          </a:prstGeom>
          <a:noFill/>
          <a:ln>
            <a:noFill/>
          </a:ln>
        </p:spPr>
        <p:txBody>
          <a:bodyPr anchorCtr="0" anchor="b" bIns="91425" lIns="0" spcFirstLastPara="1" rIns="0" wrap="square" tIns="91425">
            <a:noAutofit/>
          </a:bodyPr>
          <a:lstStyle>
            <a:lvl1pPr lvl="0" algn="l">
              <a:lnSpc>
                <a:spcPct val="100000"/>
              </a:lnSpc>
              <a:spcBef>
                <a:spcPts val="0"/>
              </a:spcBef>
              <a:spcAft>
                <a:spcPts val="0"/>
              </a:spcAft>
              <a:buClr>
                <a:srgbClr val="0D0D0D"/>
              </a:buClr>
              <a:buSzPts val="3800"/>
              <a:buNone/>
              <a:defRPr sz="3800">
                <a:solidFill>
                  <a:srgbClr val="0D0D0D"/>
                </a:solidFill>
              </a:defRPr>
            </a:lvl1pPr>
            <a:lvl2pPr lvl="1" algn="l">
              <a:lnSpc>
                <a:spcPct val="100000"/>
              </a:lnSpc>
              <a:spcBef>
                <a:spcPts val="0"/>
              </a:spcBef>
              <a:spcAft>
                <a:spcPts val="0"/>
              </a:spcAft>
              <a:buClr>
                <a:srgbClr val="0D0D0D"/>
              </a:buClr>
              <a:buSzPts val="3800"/>
              <a:buNone/>
              <a:defRPr sz="3800">
                <a:solidFill>
                  <a:srgbClr val="0D0D0D"/>
                </a:solidFill>
              </a:defRPr>
            </a:lvl2pPr>
            <a:lvl3pPr lvl="2" algn="l">
              <a:lnSpc>
                <a:spcPct val="100000"/>
              </a:lnSpc>
              <a:spcBef>
                <a:spcPts val="0"/>
              </a:spcBef>
              <a:spcAft>
                <a:spcPts val="0"/>
              </a:spcAft>
              <a:buClr>
                <a:srgbClr val="0D0D0D"/>
              </a:buClr>
              <a:buSzPts val="3800"/>
              <a:buNone/>
              <a:defRPr sz="3800">
                <a:solidFill>
                  <a:srgbClr val="0D0D0D"/>
                </a:solidFill>
              </a:defRPr>
            </a:lvl3pPr>
            <a:lvl4pPr lvl="3" algn="l">
              <a:lnSpc>
                <a:spcPct val="100000"/>
              </a:lnSpc>
              <a:spcBef>
                <a:spcPts val="0"/>
              </a:spcBef>
              <a:spcAft>
                <a:spcPts val="0"/>
              </a:spcAft>
              <a:buClr>
                <a:srgbClr val="0D0D0D"/>
              </a:buClr>
              <a:buSzPts val="3800"/>
              <a:buNone/>
              <a:defRPr sz="3800">
                <a:solidFill>
                  <a:srgbClr val="0D0D0D"/>
                </a:solidFill>
              </a:defRPr>
            </a:lvl4pPr>
            <a:lvl5pPr lvl="4" algn="l">
              <a:lnSpc>
                <a:spcPct val="100000"/>
              </a:lnSpc>
              <a:spcBef>
                <a:spcPts val="0"/>
              </a:spcBef>
              <a:spcAft>
                <a:spcPts val="0"/>
              </a:spcAft>
              <a:buClr>
                <a:srgbClr val="0D0D0D"/>
              </a:buClr>
              <a:buSzPts val="3800"/>
              <a:buNone/>
              <a:defRPr sz="3800">
                <a:solidFill>
                  <a:srgbClr val="0D0D0D"/>
                </a:solidFill>
              </a:defRPr>
            </a:lvl5pPr>
            <a:lvl6pPr lvl="5" algn="l">
              <a:lnSpc>
                <a:spcPct val="100000"/>
              </a:lnSpc>
              <a:spcBef>
                <a:spcPts val="0"/>
              </a:spcBef>
              <a:spcAft>
                <a:spcPts val="0"/>
              </a:spcAft>
              <a:buClr>
                <a:srgbClr val="0D0D0D"/>
              </a:buClr>
              <a:buSzPts val="3800"/>
              <a:buNone/>
              <a:defRPr sz="3800">
                <a:solidFill>
                  <a:srgbClr val="0D0D0D"/>
                </a:solidFill>
              </a:defRPr>
            </a:lvl6pPr>
            <a:lvl7pPr lvl="6" algn="l">
              <a:lnSpc>
                <a:spcPct val="100000"/>
              </a:lnSpc>
              <a:spcBef>
                <a:spcPts val="0"/>
              </a:spcBef>
              <a:spcAft>
                <a:spcPts val="0"/>
              </a:spcAft>
              <a:buClr>
                <a:srgbClr val="0D0D0D"/>
              </a:buClr>
              <a:buSzPts val="3800"/>
              <a:buNone/>
              <a:defRPr sz="3800">
                <a:solidFill>
                  <a:srgbClr val="0D0D0D"/>
                </a:solidFill>
              </a:defRPr>
            </a:lvl7pPr>
            <a:lvl8pPr lvl="7" algn="l">
              <a:lnSpc>
                <a:spcPct val="100000"/>
              </a:lnSpc>
              <a:spcBef>
                <a:spcPts val="0"/>
              </a:spcBef>
              <a:spcAft>
                <a:spcPts val="0"/>
              </a:spcAft>
              <a:buClr>
                <a:srgbClr val="0D0D0D"/>
              </a:buClr>
              <a:buSzPts val="3800"/>
              <a:buNone/>
              <a:defRPr sz="3800">
                <a:solidFill>
                  <a:srgbClr val="0D0D0D"/>
                </a:solidFill>
              </a:defRPr>
            </a:lvl8pPr>
            <a:lvl9pPr lvl="8" algn="l">
              <a:lnSpc>
                <a:spcPct val="100000"/>
              </a:lnSpc>
              <a:spcBef>
                <a:spcPts val="0"/>
              </a:spcBef>
              <a:spcAft>
                <a:spcPts val="0"/>
              </a:spcAft>
              <a:buClr>
                <a:srgbClr val="0D0D0D"/>
              </a:buClr>
              <a:buSzPts val="3800"/>
              <a:buNone/>
              <a:defRPr sz="3800">
                <a:solidFill>
                  <a:srgbClr val="0D0D0D"/>
                </a:solidFill>
              </a:defRPr>
            </a:lvl9pPr>
          </a:lstStyle>
          <a:p/>
        </p:txBody>
      </p:sp>
      <p:sp>
        <p:nvSpPr>
          <p:cNvPr id="16" name="Google Shape;16;p27"/>
          <p:cNvSpPr txBox="1"/>
          <p:nvPr>
            <p:ph idx="1" type="subTitle"/>
          </p:nvPr>
        </p:nvSpPr>
        <p:spPr>
          <a:xfrm>
            <a:off x="1283100" y="2657675"/>
            <a:ext cx="3200100" cy="324600"/>
          </a:xfrm>
          <a:prstGeom prst="rect">
            <a:avLst/>
          </a:prstGeom>
          <a:noFill/>
          <a:ln>
            <a:noFill/>
          </a:ln>
        </p:spPr>
        <p:txBody>
          <a:bodyPr anchorCtr="0" anchor="t" bIns="91425" lIns="0" spcFirstLastPara="1" rIns="0" wrap="square" tIns="91425">
            <a:noAutofit/>
          </a:bodyPr>
          <a:lstStyle>
            <a:lvl1pPr lvl="0" algn="l">
              <a:lnSpc>
                <a:spcPct val="115000"/>
              </a:lnSpc>
              <a:spcBef>
                <a:spcPts val="0"/>
              </a:spcBef>
              <a:spcAft>
                <a:spcPts val="0"/>
              </a:spcAft>
              <a:buClr>
                <a:srgbClr val="0D0D0D"/>
              </a:buClr>
              <a:buSzPts val="1100"/>
              <a:buFont typeface="Poppins"/>
              <a:buNone/>
              <a:defRPr sz="1100">
                <a:solidFill>
                  <a:srgbClr val="0D0D0D"/>
                </a:solidFill>
                <a:latin typeface="Poppins"/>
                <a:ea typeface="Poppins"/>
                <a:cs typeface="Poppins"/>
                <a:sym typeface="Poppins"/>
              </a:defRPr>
            </a:lvl1pPr>
            <a:lvl2pPr lvl="1" algn="l">
              <a:lnSpc>
                <a:spcPct val="115000"/>
              </a:lnSpc>
              <a:spcBef>
                <a:spcPts val="0"/>
              </a:spcBef>
              <a:spcAft>
                <a:spcPts val="0"/>
              </a:spcAft>
              <a:buClr>
                <a:srgbClr val="0D0D0D"/>
              </a:buClr>
              <a:buSzPts val="1100"/>
              <a:buFont typeface="Poppins"/>
              <a:buNone/>
              <a:defRPr sz="1100">
                <a:solidFill>
                  <a:srgbClr val="0D0D0D"/>
                </a:solidFill>
                <a:latin typeface="Poppins"/>
                <a:ea typeface="Poppins"/>
                <a:cs typeface="Poppins"/>
                <a:sym typeface="Poppins"/>
              </a:defRPr>
            </a:lvl2pPr>
            <a:lvl3pPr lvl="2" algn="l">
              <a:lnSpc>
                <a:spcPct val="115000"/>
              </a:lnSpc>
              <a:spcBef>
                <a:spcPts val="0"/>
              </a:spcBef>
              <a:spcAft>
                <a:spcPts val="0"/>
              </a:spcAft>
              <a:buClr>
                <a:srgbClr val="0D0D0D"/>
              </a:buClr>
              <a:buSzPts val="1100"/>
              <a:buFont typeface="Poppins"/>
              <a:buNone/>
              <a:defRPr sz="1100">
                <a:solidFill>
                  <a:srgbClr val="0D0D0D"/>
                </a:solidFill>
                <a:latin typeface="Poppins"/>
                <a:ea typeface="Poppins"/>
                <a:cs typeface="Poppins"/>
                <a:sym typeface="Poppins"/>
              </a:defRPr>
            </a:lvl3pPr>
            <a:lvl4pPr lvl="3" algn="l">
              <a:lnSpc>
                <a:spcPct val="115000"/>
              </a:lnSpc>
              <a:spcBef>
                <a:spcPts val="0"/>
              </a:spcBef>
              <a:spcAft>
                <a:spcPts val="0"/>
              </a:spcAft>
              <a:buClr>
                <a:srgbClr val="0D0D0D"/>
              </a:buClr>
              <a:buSzPts val="1100"/>
              <a:buFont typeface="Poppins"/>
              <a:buNone/>
              <a:defRPr sz="1100">
                <a:solidFill>
                  <a:srgbClr val="0D0D0D"/>
                </a:solidFill>
                <a:latin typeface="Poppins"/>
                <a:ea typeface="Poppins"/>
                <a:cs typeface="Poppins"/>
                <a:sym typeface="Poppins"/>
              </a:defRPr>
            </a:lvl4pPr>
            <a:lvl5pPr lvl="4" algn="l">
              <a:lnSpc>
                <a:spcPct val="115000"/>
              </a:lnSpc>
              <a:spcBef>
                <a:spcPts val="0"/>
              </a:spcBef>
              <a:spcAft>
                <a:spcPts val="0"/>
              </a:spcAft>
              <a:buClr>
                <a:srgbClr val="0D0D0D"/>
              </a:buClr>
              <a:buSzPts val="1100"/>
              <a:buFont typeface="Poppins"/>
              <a:buNone/>
              <a:defRPr sz="1100">
                <a:solidFill>
                  <a:srgbClr val="0D0D0D"/>
                </a:solidFill>
                <a:latin typeface="Poppins"/>
                <a:ea typeface="Poppins"/>
                <a:cs typeface="Poppins"/>
                <a:sym typeface="Poppins"/>
              </a:defRPr>
            </a:lvl5pPr>
            <a:lvl6pPr lvl="5" algn="l">
              <a:lnSpc>
                <a:spcPct val="115000"/>
              </a:lnSpc>
              <a:spcBef>
                <a:spcPts val="0"/>
              </a:spcBef>
              <a:spcAft>
                <a:spcPts val="0"/>
              </a:spcAft>
              <a:buClr>
                <a:srgbClr val="0D0D0D"/>
              </a:buClr>
              <a:buSzPts val="1100"/>
              <a:buFont typeface="Poppins"/>
              <a:buNone/>
              <a:defRPr sz="1100">
                <a:solidFill>
                  <a:srgbClr val="0D0D0D"/>
                </a:solidFill>
                <a:latin typeface="Poppins"/>
                <a:ea typeface="Poppins"/>
                <a:cs typeface="Poppins"/>
                <a:sym typeface="Poppins"/>
              </a:defRPr>
            </a:lvl6pPr>
            <a:lvl7pPr lvl="6" algn="l">
              <a:lnSpc>
                <a:spcPct val="115000"/>
              </a:lnSpc>
              <a:spcBef>
                <a:spcPts val="0"/>
              </a:spcBef>
              <a:spcAft>
                <a:spcPts val="0"/>
              </a:spcAft>
              <a:buClr>
                <a:srgbClr val="0D0D0D"/>
              </a:buClr>
              <a:buSzPts val="1100"/>
              <a:buFont typeface="Poppins"/>
              <a:buNone/>
              <a:defRPr sz="1100">
                <a:solidFill>
                  <a:srgbClr val="0D0D0D"/>
                </a:solidFill>
                <a:latin typeface="Poppins"/>
                <a:ea typeface="Poppins"/>
                <a:cs typeface="Poppins"/>
                <a:sym typeface="Poppins"/>
              </a:defRPr>
            </a:lvl7pPr>
            <a:lvl8pPr lvl="7" algn="l">
              <a:lnSpc>
                <a:spcPct val="115000"/>
              </a:lnSpc>
              <a:spcBef>
                <a:spcPts val="0"/>
              </a:spcBef>
              <a:spcAft>
                <a:spcPts val="0"/>
              </a:spcAft>
              <a:buClr>
                <a:srgbClr val="0D0D0D"/>
              </a:buClr>
              <a:buSzPts val="1100"/>
              <a:buFont typeface="Poppins"/>
              <a:buNone/>
              <a:defRPr sz="1100">
                <a:solidFill>
                  <a:srgbClr val="0D0D0D"/>
                </a:solidFill>
                <a:latin typeface="Poppins"/>
                <a:ea typeface="Poppins"/>
                <a:cs typeface="Poppins"/>
                <a:sym typeface="Poppins"/>
              </a:defRPr>
            </a:lvl8pPr>
            <a:lvl9pPr lvl="8" algn="l">
              <a:lnSpc>
                <a:spcPct val="115000"/>
              </a:lnSpc>
              <a:spcBef>
                <a:spcPts val="0"/>
              </a:spcBef>
              <a:spcAft>
                <a:spcPts val="0"/>
              </a:spcAft>
              <a:buClr>
                <a:srgbClr val="0D0D0D"/>
              </a:buClr>
              <a:buSzPts val="1100"/>
              <a:buFont typeface="Poppins"/>
              <a:buNone/>
              <a:defRPr sz="1100">
                <a:solidFill>
                  <a:srgbClr val="0D0D0D"/>
                </a:solidFill>
                <a:latin typeface="Poppins"/>
                <a:ea typeface="Poppins"/>
                <a:cs typeface="Poppins"/>
                <a:sym typeface="Poppins"/>
              </a:defRPr>
            </a:lvl9pPr>
          </a:lstStyle>
          <a:p/>
        </p:txBody>
      </p:sp>
      <p:sp>
        <p:nvSpPr>
          <p:cNvPr id="17" name="Google Shape;17;p27"/>
          <p:cNvSpPr/>
          <p:nvPr/>
        </p:nvSpPr>
        <p:spPr>
          <a:xfrm>
            <a:off x="6369100" y="1663050"/>
            <a:ext cx="1828800" cy="1828800"/>
          </a:xfrm>
          <a:prstGeom prst="roundRect">
            <a:avLst>
              <a:gd fmla="val 26224"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chemeClr val="accent4"/>
              </a:solidFill>
              <a:latin typeface="Poppins SemiBold"/>
              <a:ea typeface="Poppins SemiBold"/>
              <a:cs typeface="Poppins SemiBold"/>
              <a:sym typeface="Poppins SemiBold"/>
            </a:endParaRPr>
          </a:p>
        </p:txBody>
      </p:sp>
      <p:sp>
        <p:nvSpPr>
          <p:cNvPr id="18" name="Google Shape;18;p27"/>
          <p:cNvSpPr txBox="1"/>
          <p:nvPr>
            <p:ph idx="2" type="subTitle"/>
          </p:nvPr>
        </p:nvSpPr>
        <p:spPr>
          <a:xfrm>
            <a:off x="6611050" y="1943550"/>
            <a:ext cx="1344900" cy="1267800"/>
          </a:xfrm>
          <a:prstGeom prst="rect">
            <a:avLst/>
          </a:prstGeom>
          <a:noFill/>
          <a:ln>
            <a:noFill/>
          </a:ln>
        </p:spPr>
        <p:txBody>
          <a:bodyPr anchorCtr="0" anchor="ctr" bIns="91425" lIns="91425" spcFirstLastPara="1" rIns="91425" wrap="square" tIns="91425">
            <a:noAutofit/>
          </a:bodyPr>
          <a:lstStyle>
            <a:lvl1pPr lvl="0" algn="ctr">
              <a:lnSpc>
                <a:spcPct val="115000"/>
              </a:lnSpc>
              <a:spcBef>
                <a:spcPts val="0"/>
              </a:spcBef>
              <a:spcAft>
                <a:spcPts val="0"/>
              </a:spcAft>
              <a:buClr>
                <a:schemeClr val="accent1"/>
              </a:buClr>
              <a:buSzPts val="3200"/>
              <a:buFont typeface="Poppins SemiBold"/>
              <a:buNone/>
              <a:defRPr sz="3200">
                <a:solidFill>
                  <a:schemeClr val="accent1"/>
                </a:solidFill>
                <a:latin typeface="Poppins SemiBold"/>
                <a:ea typeface="Poppins SemiBold"/>
                <a:cs typeface="Poppins SemiBold"/>
                <a:sym typeface="Poppins SemiBold"/>
              </a:defRPr>
            </a:lvl1pPr>
            <a:lvl2pPr lvl="1" algn="ctr">
              <a:lnSpc>
                <a:spcPct val="115000"/>
              </a:lnSpc>
              <a:spcBef>
                <a:spcPts val="0"/>
              </a:spcBef>
              <a:spcAft>
                <a:spcPts val="0"/>
              </a:spcAft>
              <a:buSzPts val="1400"/>
              <a:buFont typeface="Poppins SemiBold"/>
              <a:buNone/>
              <a:defRPr>
                <a:latin typeface="Poppins SemiBold"/>
                <a:ea typeface="Poppins SemiBold"/>
                <a:cs typeface="Poppins SemiBold"/>
                <a:sym typeface="Poppins SemiBold"/>
              </a:defRPr>
            </a:lvl2pPr>
            <a:lvl3pPr lvl="2" algn="ctr">
              <a:lnSpc>
                <a:spcPct val="115000"/>
              </a:lnSpc>
              <a:spcBef>
                <a:spcPts val="0"/>
              </a:spcBef>
              <a:spcAft>
                <a:spcPts val="0"/>
              </a:spcAft>
              <a:buSzPts val="1400"/>
              <a:buFont typeface="Poppins SemiBold"/>
              <a:buNone/>
              <a:defRPr>
                <a:latin typeface="Poppins SemiBold"/>
                <a:ea typeface="Poppins SemiBold"/>
                <a:cs typeface="Poppins SemiBold"/>
                <a:sym typeface="Poppins SemiBold"/>
              </a:defRPr>
            </a:lvl3pPr>
            <a:lvl4pPr lvl="3" algn="ctr">
              <a:lnSpc>
                <a:spcPct val="115000"/>
              </a:lnSpc>
              <a:spcBef>
                <a:spcPts val="0"/>
              </a:spcBef>
              <a:spcAft>
                <a:spcPts val="0"/>
              </a:spcAft>
              <a:buSzPts val="1400"/>
              <a:buFont typeface="Poppins SemiBold"/>
              <a:buNone/>
              <a:defRPr>
                <a:latin typeface="Poppins SemiBold"/>
                <a:ea typeface="Poppins SemiBold"/>
                <a:cs typeface="Poppins SemiBold"/>
                <a:sym typeface="Poppins SemiBold"/>
              </a:defRPr>
            </a:lvl4pPr>
            <a:lvl5pPr lvl="4" algn="ctr">
              <a:lnSpc>
                <a:spcPct val="115000"/>
              </a:lnSpc>
              <a:spcBef>
                <a:spcPts val="0"/>
              </a:spcBef>
              <a:spcAft>
                <a:spcPts val="0"/>
              </a:spcAft>
              <a:buSzPts val="1400"/>
              <a:buFont typeface="Poppins SemiBold"/>
              <a:buNone/>
              <a:defRPr>
                <a:latin typeface="Poppins SemiBold"/>
                <a:ea typeface="Poppins SemiBold"/>
                <a:cs typeface="Poppins SemiBold"/>
                <a:sym typeface="Poppins SemiBold"/>
              </a:defRPr>
            </a:lvl5pPr>
            <a:lvl6pPr lvl="5" algn="ctr">
              <a:lnSpc>
                <a:spcPct val="115000"/>
              </a:lnSpc>
              <a:spcBef>
                <a:spcPts val="0"/>
              </a:spcBef>
              <a:spcAft>
                <a:spcPts val="0"/>
              </a:spcAft>
              <a:buSzPts val="1400"/>
              <a:buFont typeface="Poppins SemiBold"/>
              <a:buNone/>
              <a:defRPr>
                <a:latin typeface="Poppins SemiBold"/>
                <a:ea typeface="Poppins SemiBold"/>
                <a:cs typeface="Poppins SemiBold"/>
                <a:sym typeface="Poppins SemiBold"/>
              </a:defRPr>
            </a:lvl6pPr>
            <a:lvl7pPr lvl="6" algn="ctr">
              <a:lnSpc>
                <a:spcPct val="115000"/>
              </a:lnSpc>
              <a:spcBef>
                <a:spcPts val="0"/>
              </a:spcBef>
              <a:spcAft>
                <a:spcPts val="0"/>
              </a:spcAft>
              <a:buSzPts val="1400"/>
              <a:buFont typeface="Poppins SemiBold"/>
              <a:buNone/>
              <a:defRPr>
                <a:latin typeface="Poppins SemiBold"/>
                <a:ea typeface="Poppins SemiBold"/>
                <a:cs typeface="Poppins SemiBold"/>
                <a:sym typeface="Poppins SemiBold"/>
              </a:defRPr>
            </a:lvl7pPr>
            <a:lvl8pPr lvl="7" algn="ctr">
              <a:lnSpc>
                <a:spcPct val="115000"/>
              </a:lnSpc>
              <a:spcBef>
                <a:spcPts val="0"/>
              </a:spcBef>
              <a:spcAft>
                <a:spcPts val="0"/>
              </a:spcAft>
              <a:buSzPts val="1400"/>
              <a:buFont typeface="Poppins SemiBold"/>
              <a:buNone/>
              <a:defRPr>
                <a:latin typeface="Poppins SemiBold"/>
                <a:ea typeface="Poppins SemiBold"/>
                <a:cs typeface="Poppins SemiBold"/>
                <a:sym typeface="Poppins SemiBold"/>
              </a:defRPr>
            </a:lvl8pPr>
            <a:lvl9pPr lvl="8" algn="ctr">
              <a:lnSpc>
                <a:spcPct val="115000"/>
              </a:lnSpc>
              <a:spcBef>
                <a:spcPts val="0"/>
              </a:spcBef>
              <a:spcAft>
                <a:spcPts val="0"/>
              </a:spcAft>
              <a:buSzPts val="1400"/>
              <a:buFont typeface="Poppins SemiBold"/>
              <a:buNone/>
              <a:defRPr>
                <a:latin typeface="Poppins SemiBold"/>
                <a:ea typeface="Poppins SemiBold"/>
                <a:cs typeface="Poppins SemiBold"/>
                <a:sym typeface="Poppins SemiBold"/>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lide 1">
  <p:cSld name="CUSTOM_2_1">
    <p:spTree>
      <p:nvGrpSpPr>
        <p:cNvPr id="19" name="Shape 19"/>
        <p:cNvGrpSpPr/>
        <p:nvPr/>
      </p:nvGrpSpPr>
      <p:grpSpPr>
        <a:xfrm>
          <a:off x="0" y="0"/>
          <a:ext cx="0" cy="0"/>
          <a:chOff x="0" y="0"/>
          <a:chExt cx="0" cy="0"/>
        </a:xfrm>
      </p:grpSpPr>
      <p:sp>
        <p:nvSpPr>
          <p:cNvPr id="20" name="Google Shape;20;p28"/>
          <p:cNvSpPr/>
          <p:nvPr/>
        </p:nvSpPr>
        <p:spPr>
          <a:xfrm>
            <a:off x="757500" y="1510625"/>
            <a:ext cx="7629000" cy="2122200"/>
          </a:xfrm>
          <a:prstGeom prst="roundRect">
            <a:avLst>
              <a:gd fmla="val 26224" name="adj"/>
            </a:avLst>
          </a:prstGeom>
          <a:solidFill>
            <a:srgbClr val="FFFFFF"/>
          </a:solidFill>
          <a:ln cap="flat" cmpd="sng" w="9525">
            <a:solidFill>
              <a:srgbClr val="0D0D0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28"/>
          <p:cNvSpPr txBox="1"/>
          <p:nvPr>
            <p:ph type="title"/>
          </p:nvPr>
        </p:nvSpPr>
        <p:spPr>
          <a:xfrm>
            <a:off x="1283100" y="2285375"/>
            <a:ext cx="4815600" cy="572700"/>
          </a:xfrm>
          <a:prstGeom prst="rect">
            <a:avLst/>
          </a:prstGeom>
          <a:noFill/>
          <a:ln>
            <a:noFill/>
          </a:ln>
        </p:spPr>
        <p:txBody>
          <a:bodyPr anchorCtr="0" anchor="ctr" bIns="91425" lIns="0" spcFirstLastPara="1" rIns="0" wrap="square" tIns="91425">
            <a:noAutofit/>
          </a:bodyPr>
          <a:lstStyle>
            <a:lvl1pPr lvl="0" algn="l">
              <a:lnSpc>
                <a:spcPct val="100000"/>
              </a:lnSpc>
              <a:spcBef>
                <a:spcPts val="0"/>
              </a:spcBef>
              <a:spcAft>
                <a:spcPts val="0"/>
              </a:spcAft>
              <a:buClr>
                <a:srgbClr val="0D0D0D"/>
              </a:buClr>
              <a:buSzPts val="3800"/>
              <a:buNone/>
              <a:defRPr sz="3800">
                <a:solidFill>
                  <a:srgbClr val="0D0D0D"/>
                </a:solidFill>
              </a:defRPr>
            </a:lvl1pPr>
            <a:lvl2pPr lvl="1" algn="l">
              <a:lnSpc>
                <a:spcPct val="100000"/>
              </a:lnSpc>
              <a:spcBef>
                <a:spcPts val="0"/>
              </a:spcBef>
              <a:spcAft>
                <a:spcPts val="0"/>
              </a:spcAft>
              <a:buClr>
                <a:srgbClr val="0D0D0D"/>
              </a:buClr>
              <a:buSzPts val="3800"/>
              <a:buNone/>
              <a:defRPr sz="3800">
                <a:solidFill>
                  <a:srgbClr val="0D0D0D"/>
                </a:solidFill>
              </a:defRPr>
            </a:lvl2pPr>
            <a:lvl3pPr lvl="2" algn="l">
              <a:lnSpc>
                <a:spcPct val="100000"/>
              </a:lnSpc>
              <a:spcBef>
                <a:spcPts val="0"/>
              </a:spcBef>
              <a:spcAft>
                <a:spcPts val="0"/>
              </a:spcAft>
              <a:buClr>
                <a:srgbClr val="0D0D0D"/>
              </a:buClr>
              <a:buSzPts val="3800"/>
              <a:buNone/>
              <a:defRPr sz="3800">
                <a:solidFill>
                  <a:srgbClr val="0D0D0D"/>
                </a:solidFill>
              </a:defRPr>
            </a:lvl3pPr>
            <a:lvl4pPr lvl="3" algn="l">
              <a:lnSpc>
                <a:spcPct val="100000"/>
              </a:lnSpc>
              <a:spcBef>
                <a:spcPts val="0"/>
              </a:spcBef>
              <a:spcAft>
                <a:spcPts val="0"/>
              </a:spcAft>
              <a:buClr>
                <a:srgbClr val="0D0D0D"/>
              </a:buClr>
              <a:buSzPts val="3800"/>
              <a:buNone/>
              <a:defRPr sz="3800">
                <a:solidFill>
                  <a:srgbClr val="0D0D0D"/>
                </a:solidFill>
              </a:defRPr>
            </a:lvl4pPr>
            <a:lvl5pPr lvl="4" algn="l">
              <a:lnSpc>
                <a:spcPct val="100000"/>
              </a:lnSpc>
              <a:spcBef>
                <a:spcPts val="0"/>
              </a:spcBef>
              <a:spcAft>
                <a:spcPts val="0"/>
              </a:spcAft>
              <a:buClr>
                <a:srgbClr val="0D0D0D"/>
              </a:buClr>
              <a:buSzPts val="3800"/>
              <a:buNone/>
              <a:defRPr sz="3800">
                <a:solidFill>
                  <a:srgbClr val="0D0D0D"/>
                </a:solidFill>
              </a:defRPr>
            </a:lvl5pPr>
            <a:lvl6pPr lvl="5" algn="l">
              <a:lnSpc>
                <a:spcPct val="100000"/>
              </a:lnSpc>
              <a:spcBef>
                <a:spcPts val="0"/>
              </a:spcBef>
              <a:spcAft>
                <a:spcPts val="0"/>
              </a:spcAft>
              <a:buClr>
                <a:srgbClr val="0D0D0D"/>
              </a:buClr>
              <a:buSzPts val="3800"/>
              <a:buNone/>
              <a:defRPr sz="3800">
                <a:solidFill>
                  <a:srgbClr val="0D0D0D"/>
                </a:solidFill>
              </a:defRPr>
            </a:lvl6pPr>
            <a:lvl7pPr lvl="6" algn="l">
              <a:lnSpc>
                <a:spcPct val="100000"/>
              </a:lnSpc>
              <a:spcBef>
                <a:spcPts val="0"/>
              </a:spcBef>
              <a:spcAft>
                <a:spcPts val="0"/>
              </a:spcAft>
              <a:buClr>
                <a:srgbClr val="0D0D0D"/>
              </a:buClr>
              <a:buSzPts val="3800"/>
              <a:buNone/>
              <a:defRPr sz="3800">
                <a:solidFill>
                  <a:srgbClr val="0D0D0D"/>
                </a:solidFill>
              </a:defRPr>
            </a:lvl7pPr>
            <a:lvl8pPr lvl="7" algn="l">
              <a:lnSpc>
                <a:spcPct val="100000"/>
              </a:lnSpc>
              <a:spcBef>
                <a:spcPts val="0"/>
              </a:spcBef>
              <a:spcAft>
                <a:spcPts val="0"/>
              </a:spcAft>
              <a:buClr>
                <a:srgbClr val="0D0D0D"/>
              </a:buClr>
              <a:buSzPts val="3800"/>
              <a:buNone/>
              <a:defRPr sz="3800">
                <a:solidFill>
                  <a:srgbClr val="0D0D0D"/>
                </a:solidFill>
              </a:defRPr>
            </a:lvl8pPr>
            <a:lvl9pPr lvl="8" algn="l">
              <a:lnSpc>
                <a:spcPct val="100000"/>
              </a:lnSpc>
              <a:spcBef>
                <a:spcPts val="0"/>
              </a:spcBef>
              <a:spcAft>
                <a:spcPts val="0"/>
              </a:spcAft>
              <a:buClr>
                <a:srgbClr val="0D0D0D"/>
              </a:buClr>
              <a:buSzPts val="3800"/>
              <a:buNone/>
              <a:defRPr sz="3800">
                <a:solidFill>
                  <a:srgbClr val="0D0D0D"/>
                </a:solidFill>
              </a:defRPr>
            </a:lvl9pPr>
          </a:lstStyle>
          <a:p/>
        </p:txBody>
      </p:sp>
      <p:sp>
        <p:nvSpPr>
          <p:cNvPr id="22" name="Google Shape;22;p28"/>
          <p:cNvSpPr/>
          <p:nvPr/>
        </p:nvSpPr>
        <p:spPr>
          <a:xfrm>
            <a:off x="6369100" y="1663050"/>
            <a:ext cx="1828800" cy="1828800"/>
          </a:xfrm>
          <a:prstGeom prst="roundRect">
            <a:avLst>
              <a:gd fmla="val 26224"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chemeClr val="dk2"/>
              </a:solidFill>
              <a:latin typeface="Poppins SemiBold"/>
              <a:ea typeface="Poppins SemiBold"/>
              <a:cs typeface="Poppins SemiBold"/>
              <a:sym typeface="Poppins SemiBold"/>
            </a:endParaRPr>
          </a:p>
        </p:txBody>
      </p:sp>
      <p:sp>
        <p:nvSpPr>
          <p:cNvPr id="23" name="Google Shape;23;p28"/>
          <p:cNvSpPr txBox="1"/>
          <p:nvPr>
            <p:ph idx="1" type="subTitle"/>
          </p:nvPr>
        </p:nvSpPr>
        <p:spPr>
          <a:xfrm>
            <a:off x="6611050" y="1943550"/>
            <a:ext cx="1344900" cy="1267800"/>
          </a:xfrm>
          <a:prstGeom prst="rect">
            <a:avLst/>
          </a:prstGeom>
          <a:noFill/>
          <a:ln>
            <a:noFill/>
          </a:ln>
        </p:spPr>
        <p:txBody>
          <a:bodyPr anchorCtr="0" anchor="ctr" bIns="91425" lIns="91425" spcFirstLastPara="1" rIns="91425" wrap="square" tIns="91425">
            <a:noAutofit/>
          </a:bodyPr>
          <a:lstStyle>
            <a:lvl1pPr lvl="0" algn="ctr">
              <a:lnSpc>
                <a:spcPct val="115000"/>
              </a:lnSpc>
              <a:spcBef>
                <a:spcPts val="0"/>
              </a:spcBef>
              <a:spcAft>
                <a:spcPts val="0"/>
              </a:spcAft>
              <a:buClr>
                <a:schemeClr val="accent4"/>
              </a:buClr>
              <a:buSzPts val="3200"/>
              <a:buFont typeface="Poppins SemiBold"/>
              <a:buNone/>
              <a:defRPr sz="3200">
                <a:solidFill>
                  <a:schemeClr val="accent4"/>
                </a:solidFill>
                <a:latin typeface="Poppins SemiBold"/>
                <a:ea typeface="Poppins SemiBold"/>
                <a:cs typeface="Poppins SemiBold"/>
                <a:sym typeface="Poppins SemiBold"/>
              </a:defRPr>
            </a:lvl1pPr>
            <a:lvl2pPr lvl="1" algn="ctr">
              <a:lnSpc>
                <a:spcPct val="115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2pPr>
            <a:lvl3pPr lvl="2" algn="ctr">
              <a:lnSpc>
                <a:spcPct val="115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3pPr>
            <a:lvl4pPr lvl="3" algn="ctr">
              <a:lnSpc>
                <a:spcPct val="115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4pPr>
            <a:lvl5pPr lvl="4" algn="ctr">
              <a:lnSpc>
                <a:spcPct val="115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5pPr>
            <a:lvl6pPr lvl="5" algn="ctr">
              <a:lnSpc>
                <a:spcPct val="115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6pPr>
            <a:lvl7pPr lvl="6" algn="ctr">
              <a:lnSpc>
                <a:spcPct val="115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7pPr>
            <a:lvl8pPr lvl="7" algn="ctr">
              <a:lnSpc>
                <a:spcPct val="115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8pPr>
            <a:lvl9pPr lvl="8" algn="ctr">
              <a:lnSpc>
                <a:spcPct val="115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type="tx">
  <p:cSld name="TITLE_AND_BODY">
    <p:spTree>
      <p:nvGrpSpPr>
        <p:cNvPr id="24" name="Shape 24"/>
        <p:cNvGrpSpPr/>
        <p:nvPr/>
      </p:nvGrpSpPr>
      <p:grpSpPr>
        <a:xfrm>
          <a:off x="0" y="0"/>
          <a:ext cx="0" cy="0"/>
          <a:chOff x="0" y="0"/>
          <a:chExt cx="0" cy="0"/>
        </a:xfrm>
      </p:grpSpPr>
      <p:sp>
        <p:nvSpPr>
          <p:cNvPr id="25" name="Google Shape;25;p25"/>
          <p:cNvSpPr txBox="1"/>
          <p:nvPr>
            <p:ph idx="12" type="sldNum"/>
          </p:nvPr>
        </p:nvSpPr>
        <p:spPr>
          <a:xfrm>
            <a:off x="4496295" y="4905375"/>
            <a:ext cx="146700" cy="115500"/>
          </a:xfrm>
          <a:prstGeom prst="rect">
            <a:avLst/>
          </a:prstGeom>
          <a:noFill/>
          <a:ln>
            <a:noFill/>
          </a:ln>
        </p:spPr>
        <p:txBody>
          <a:bodyPr anchorCtr="0" anchor="t" bIns="19050" lIns="19050" spcFirstLastPara="1" rIns="19050" wrap="square" tIns="19050">
            <a:spAutoFit/>
          </a:bodyPr>
          <a:lstStyle>
            <a:lvl1pPr indent="0" lvl="0" marL="0" marR="0" rtl="0" algn="ctr">
              <a:lnSpc>
                <a:spcPct val="100000"/>
              </a:lnSpc>
              <a:spcBef>
                <a:spcPts val="0"/>
              </a:spcBef>
              <a:spcAft>
                <a:spcPts val="0"/>
              </a:spcAft>
              <a:buClr>
                <a:srgbClr val="000000"/>
              </a:buClr>
              <a:buSzPts val="900"/>
              <a:buFont typeface="Poppins Light"/>
              <a:buNone/>
              <a:defRPr b="0" i="0" sz="500" u="none" cap="none" strike="noStrike">
                <a:solidFill>
                  <a:srgbClr val="000000"/>
                </a:solidFill>
                <a:latin typeface="Arial"/>
                <a:ea typeface="Arial"/>
                <a:cs typeface="Arial"/>
                <a:sym typeface="Arial"/>
              </a:defRPr>
            </a:lvl1pPr>
            <a:lvl2pPr indent="0" lvl="1" marL="0" marR="0" rtl="0" algn="ctr">
              <a:lnSpc>
                <a:spcPct val="100000"/>
              </a:lnSpc>
              <a:spcBef>
                <a:spcPts val="0"/>
              </a:spcBef>
              <a:spcAft>
                <a:spcPts val="0"/>
              </a:spcAft>
              <a:buClr>
                <a:srgbClr val="000000"/>
              </a:buClr>
              <a:buSzPts val="900"/>
              <a:buFont typeface="Poppins Light"/>
              <a:buNone/>
              <a:defRPr b="0" i="0" sz="500" u="none" cap="none" strike="noStrike">
                <a:solidFill>
                  <a:srgbClr val="000000"/>
                </a:solidFill>
                <a:latin typeface="Arial"/>
                <a:ea typeface="Arial"/>
                <a:cs typeface="Arial"/>
                <a:sym typeface="Arial"/>
              </a:defRPr>
            </a:lvl2pPr>
            <a:lvl3pPr indent="0" lvl="2" marL="0" marR="0" rtl="0" algn="ctr">
              <a:lnSpc>
                <a:spcPct val="100000"/>
              </a:lnSpc>
              <a:spcBef>
                <a:spcPts val="0"/>
              </a:spcBef>
              <a:spcAft>
                <a:spcPts val="0"/>
              </a:spcAft>
              <a:buClr>
                <a:srgbClr val="000000"/>
              </a:buClr>
              <a:buSzPts val="900"/>
              <a:buFont typeface="Poppins Light"/>
              <a:buNone/>
              <a:defRPr b="0" i="0" sz="500" u="none" cap="none" strike="noStrike">
                <a:solidFill>
                  <a:srgbClr val="000000"/>
                </a:solidFill>
                <a:latin typeface="Arial"/>
                <a:ea typeface="Arial"/>
                <a:cs typeface="Arial"/>
                <a:sym typeface="Arial"/>
              </a:defRPr>
            </a:lvl3pPr>
            <a:lvl4pPr indent="0" lvl="3" marL="0" marR="0" rtl="0" algn="ctr">
              <a:lnSpc>
                <a:spcPct val="100000"/>
              </a:lnSpc>
              <a:spcBef>
                <a:spcPts val="0"/>
              </a:spcBef>
              <a:spcAft>
                <a:spcPts val="0"/>
              </a:spcAft>
              <a:buClr>
                <a:srgbClr val="000000"/>
              </a:buClr>
              <a:buSzPts val="900"/>
              <a:buFont typeface="Poppins Light"/>
              <a:buNone/>
              <a:defRPr b="0" i="0" sz="500" u="none" cap="none" strike="noStrike">
                <a:solidFill>
                  <a:srgbClr val="000000"/>
                </a:solidFill>
                <a:latin typeface="Arial"/>
                <a:ea typeface="Arial"/>
                <a:cs typeface="Arial"/>
                <a:sym typeface="Arial"/>
              </a:defRPr>
            </a:lvl4pPr>
            <a:lvl5pPr indent="0" lvl="4" marL="0" marR="0" rtl="0" algn="ctr">
              <a:lnSpc>
                <a:spcPct val="100000"/>
              </a:lnSpc>
              <a:spcBef>
                <a:spcPts val="0"/>
              </a:spcBef>
              <a:spcAft>
                <a:spcPts val="0"/>
              </a:spcAft>
              <a:buClr>
                <a:srgbClr val="000000"/>
              </a:buClr>
              <a:buSzPts val="900"/>
              <a:buFont typeface="Poppins Light"/>
              <a:buNone/>
              <a:defRPr b="0" i="0" sz="500" u="none" cap="none" strike="noStrike">
                <a:solidFill>
                  <a:srgbClr val="000000"/>
                </a:solidFill>
                <a:latin typeface="Arial"/>
                <a:ea typeface="Arial"/>
                <a:cs typeface="Arial"/>
                <a:sym typeface="Arial"/>
              </a:defRPr>
            </a:lvl5pPr>
            <a:lvl6pPr indent="0" lvl="5" marL="0" marR="0" rtl="0" algn="ctr">
              <a:lnSpc>
                <a:spcPct val="100000"/>
              </a:lnSpc>
              <a:spcBef>
                <a:spcPts val="0"/>
              </a:spcBef>
              <a:spcAft>
                <a:spcPts val="0"/>
              </a:spcAft>
              <a:buClr>
                <a:srgbClr val="000000"/>
              </a:buClr>
              <a:buSzPts val="900"/>
              <a:buFont typeface="Poppins Light"/>
              <a:buNone/>
              <a:defRPr b="0" i="0" sz="500" u="none" cap="none" strike="noStrike">
                <a:solidFill>
                  <a:srgbClr val="000000"/>
                </a:solidFill>
                <a:latin typeface="Arial"/>
                <a:ea typeface="Arial"/>
                <a:cs typeface="Arial"/>
                <a:sym typeface="Arial"/>
              </a:defRPr>
            </a:lvl6pPr>
            <a:lvl7pPr indent="0" lvl="6" marL="0" marR="0" rtl="0" algn="ctr">
              <a:lnSpc>
                <a:spcPct val="100000"/>
              </a:lnSpc>
              <a:spcBef>
                <a:spcPts val="0"/>
              </a:spcBef>
              <a:spcAft>
                <a:spcPts val="0"/>
              </a:spcAft>
              <a:buClr>
                <a:srgbClr val="000000"/>
              </a:buClr>
              <a:buSzPts val="900"/>
              <a:buFont typeface="Poppins Light"/>
              <a:buNone/>
              <a:defRPr b="0" i="0" sz="500" u="none" cap="none" strike="noStrike">
                <a:solidFill>
                  <a:srgbClr val="000000"/>
                </a:solidFill>
                <a:latin typeface="Arial"/>
                <a:ea typeface="Arial"/>
                <a:cs typeface="Arial"/>
                <a:sym typeface="Arial"/>
              </a:defRPr>
            </a:lvl7pPr>
            <a:lvl8pPr indent="0" lvl="7" marL="0" marR="0" rtl="0" algn="ctr">
              <a:lnSpc>
                <a:spcPct val="100000"/>
              </a:lnSpc>
              <a:spcBef>
                <a:spcPts val="0"/>
              </a:spcBef>
              <a:spcAft>
                <a:spcPts val="0"/>
              </a:spcAft>
              <a:buClr>
                <a:srgbClr val="000000"/>
              </a:buClr>
              <a:buSzPts val="900"/>
              <a:buFont typeface="Poppins Light"/>
              <a:buNone/>
              <a:defRPr b="0" i="0" sz="500" u="none" cap="none" strike="noStrike">
                <a:solidFill>
                  <a:srgbClr val="000000"/>
                </a:solidFill>
                <a:latin typeface="Arial"/>
                <a:ea typeface="Arial"/>
                <a:cs typeface="Arial"/>
                <a:sym typeface="Arial"/>
              </a:defRPr>
            </a:lvl8pPr>
            <a:lvl9pPr indent="0" lvl="8" marL="0" marR="0" rtl="0" algn="ctr">
              <a:lnSpc>
                <a:spcPct val="100000"/>
              </a:lnSpc>
              <a:spcBef>
                <a:spcPts val="0"/>
              </a:spcBef>
              <a:spcAft>
                <a:spcPts val="0"/>
              </a:spcAft>
              <a:buClr>
                <a:srgbClr val="000000"/>
              </a:buClr>
              <a:buSzPts val="900"/>
              <a:buFont typeface="Poppins Light"/>
              <a:buNone/>
              <a:defRPr b="0" i="0" sz="500" u="none" cap="none" strike="noStrike">
                <a:solidFill>
                  <a:srgbClr val="000000"/>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ard Layout">
  <p:cSld name="CUSTOM_1">
    <p:bg>
      <p:bgPr>
        <a:solidFill>
          <a:srgbClr val="F9F9F9"/>
        </a:solidFill>
      </p:bgPr>
    </p:bg>
    <p:spTree>
      <p:nvGrpSpPr>
        <p:cNvPr id="26" name="Shape 26"/>
        <p:cNvGrpSpPr/>
        <p:nvPr/>
      </p:nvGrpSpPr>
      <p:grpSpPr>
        <a:xfrm>
          <a:off x="0" y="0"/>
          <a:ext cx="0" cy="0"/>
          <a:chOff x="0" y="0"/>
          <a:chExt cx="0" cy="0"/>
        </a:xfrm>
      </p:grpSpPr>
      <p:sp>
        <p:nvSpPr>
          <p:cNvPr id="27" name="Google Shape;27;p29"/>
          <p:cNvSpPr/>
          <p:nvPr/>
        </p:nvSpPr>
        <p:spPr>
          <a:xfrm>
            <a:off x="486900" y="480900"/>
            <a:ext cx="8170200" cy="4181700"/>
          </a:xfrm>
          <a:prstGeom prst="roundRect">
            <a:avLst>
              <a:gd fmla="val 5916" name="adj"/>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29"/>
          <p:cNvSpPr txBox="1"/>
          <p:nvPr>
            <p:ph idx="1" type="subTitle"/>
          </p:nvPr>
        </p:nvSpPr>
        <p:spPr>
          <a:xfrm>
            <a:off x="757500" y="705250"/>
            <a:ext cx="7629000" cy="5178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900"/>
              <a:buFont typeface="Poppins SemiBold"/>
              <a:buNone/>
              <a:defRPr sz="1900">
                <a:latin typeface="Poppins SemiBold"/>
                <a:ea typeface="Poppins SemiBold"/>
                <a:cs typeface="Poppins SemiBold"/>
                <a:sym typeface="Poppins SemiBold"/>
              </a:defRPr>
            </a:lvl1pPr>
            <a:lvl2pPr lvl="1" algn="l">
              <a:lnSpc>
                <a:spcPct val="115000"/>
              </a:lnSpc>
              <a:spcBef>
                <a:spcPts val="0"/>
              </a:spcBef>
              <a:spcAft>
                <a:spcPts val="0"/>
              </a:spcAft>
              <a:buSzPts val="1900"/>
              <a:buFont typeface="Poppins SemiBold"/>
              <a:buNone/>
              <a:defRPr sz="1900">
                <a:latin typeface="Poppins SemiBold"/>
                <a:ea typeface="Poppins SemiBold"/>
                <a:cs typeface="Poppins SemiBold"/>
                <a:sym typeface="Poppins SemiBold"/>
              </a:defRPr>
            </a:lvl2pPr>
            <a:lvl3pPr lvl="2" algn="l">
              <a:lnSpc>
                <a:spcPct val="115000"/>
              </a:lnSpc>
              <a:spcBef>
                <a:spcPts val="0"/>
              </a:spcBef>
              <a:spcAft>
                <a:spcPts val="0"/>
              </a:spcAft>
              <a:buSzPts val="1900"/>
              <a:buFont typeface="Poppins SemiBold"/>
              <a:buNone/>
              <a:defRPr sz="1900">
                <a:latin typeface="Poppins SemiBold"/>
                <a:ea typeface="Poppins SemiBold"/>
                <a:cs typeface="Poppins SemiBold"/>
                <a:sym typeface="Poppins SemiBold"/>
              </a:defRPr>
            </a:lvl3pPr>
            <a:lvl4pPr lvl="3" algn="l">
              <a:lnSpc>
                <a:spcPct val="115000"/>
              </a:lnSpc>
              <a:spcBef>
                <a:spcPts val="0"/>
              </a:spcBef>
              <a:spcAft>
                <a:spcPts val="0"/>
              </a:spcAft>
              <a:buSzPts val="1900"/>
              <a:buFont typeface="Poppins SemiBold"/>
              <a:buNone/>
              <a:defRPr sz="1900">
                <a:latin typeface="Poppins SemiBold"/>
                <a:ea typeface="Poppins SemiBold"/>
                <a:cs typeface="Poppins SemiBold"/>
                <a:sym typeface="Poppins SemiBold"/>
              </a:defRPr>
            </a:lvl4pPr>
            <a:lvl5pPr lvl="4" algn="l">
              <a:lnSpc>
                <a:spcPct val="115000"/>
              </a:lnSpc>
              <a:spcBef>
                <a:spcPts val="0"/>
              </a:spcBef>
              <a:spcAft>
                <a:spcPts val="0"/>
              </a:spcAft>
              <a:buSzPts val="1900"/>
              <a:buFont typeface="Poppins SemiBold"/>
              <a:buNone/>
              <a:defRPr sz="1900">
                <a:latin typeface="Poppins SemiBold"/>
                <a:ea typeface="Poppins SemiBold"/>
                <a:cs typeface="Poppins SemiBold"/>
                <a:sym typeface="Poppins SemiBold"/>
              </a:defRPr>
            </a:lvl5pPr>
            <a:lvl6pPr lvl="5" algn="l">
              <a:lnSpc>
                <a:spcPct val="115000"/>
              </a:lnSpc>
              <a:spcBef>
                <a:spcPts val="0"/>
              </a:spcBef>
              <a:spcAft>
                <a:spcPts val="0"/>
              </a:spcAft>
              <a:buSzPts val="1900"/>
              <a:buFont typeface="Poppins SemiBold"/>
              <a:buNone/>
              <a:defRPr sz="1900">
                <a:latin typeface="Poppins SemiBold"/>
                <a:ea typeface="Poppins SemiBold"/>
                <a:cs typeface="Poppins SemiBold"/>
                <a:sym typeface="Poppins SemiBold"/>
              </a:defRPr>
            </a:lvl6pPr>
            <a:lvl7pPr lvl="6" algn="l">
              <a:lnSpc>
                <a:spcPct val="115000"/>
              </a:lnSpc>
              <a:spcBef>
                <a:spcPts val="0"/>
              </a:spcBef>
              <a:spcAft>
                <a:spcPts val="0"/>
              </a:spcAft>
              <a:buSzPts val="1900"/>
              <a:buFont typeface="Poppins SemiBold"/>
              <a:buNone/>
              <a:defRPr sz="1900">
                <a:latin typeface="Poppins SemiBold"/>
                <a:ea typeface="Poppins SemiBold"/>
                <a:cs typeface="Poppins SemiBold"/>
                <a:sym typeface="Poppins SemiBold"/>
              </a:defRPr>
            </a:lvl7pPr>
            <a:lvl8pPr lvl="7" algn="l">
              <a:lnSpc>
                <a:spcPct val="115000"/>
              </a:lnSpc>
              <a:spcBef>
                <a:spcPts val="0"/>
              </a:spcBef>
              <a:spcAft>
                <a:spcPts val="0"/>
              </a:spcAft>
              <a:buSzPts val="1900"/>
              <a:buFont typeface="Poppins SemiBold"/>
              <a:buNone/>
              <a:defRPr sz="1900">
                <a:latin typeface="Poppins SemiBold"/>
                <a:ea typeface="Poppins SemiBold"/>
                <a:cs typeface="Poppins SemiBold"/>
                <a:sym typeface="Poppins SemiBold"/>
              </a:defRPr>
            </a:lvl8pPr>
            <a:lvl9pPr lvl="8" algn="l">
              <a:lnSpc>
                <a:spcPct val="115000"/>
              </a:lnSpc>
              <a:spcBef>
                <a:spcPts val="0"/>
              </a:spcBef>
              <a:spcAft>
                <a:spcPts val="0"/>
              </a:spcAft>
              <a:buSzPts val="1900"/>
              <a:buFont typeface="Poppins SemiBold"/>
              <a:buNone/>
              <a:defRPr sz="1900">
                <a:latin typeface="Poppins SemiBold"/>
                <a:ea typeface="Poppins SemiBold"/>
                <a:cs typeface="Poppins SemiBold"/>
                <a:sym typeface="Poppins SemiBold"/>
              </a:defRPr>
            </a:lvl9pPr>
          </a:lstStyle>
          <a:p/>
        </p:txBody>
      </p:sp>
      <p:sp>
        <p:nvSpPr>
          <p:cNvPr id="29" name="Google Shape;29;p29"/>
          <p:cNvSpPr txBox="1"/>
          <p:nvPr>
            <p:ph idx="2" type="body"/>
          </p:nvPr>
        </p:nvSpPr>
        <p:spPr>
          <a:xfrm>
            <a:off x="757550" y="1576825"/>
            <a:ext cx="7629000" cy="2705400"/>
          </a:xfrm>
          <a:prstGeom prst="rect">
            <a:avLst/>
          </a:prstGeom>
          <a:noFill/>
          <a:ln>
            <a:noFill/>
          </a:ln>
        </p:spPr>
        <p:txBody>
          <a:bodyPr anchorCtr="0" anchor="t" bIns="91425" lIns="91425" spcFirstLastPara="1" rIns="91425" wrap="square" tIns="91425">
            <a:noAutofit/>
          </a:bodyPr>
          <a:lstStyle>
            <a:lvl1pPr indent="-285750" lvl="0" marL="457200" algn="l">
              <a:lnSpc>
                <a:spcPct val="115000"/>
              </a:lnSpc>
              <a:spcBef>
                <a:spcPts val="0"/>
              </a:spcBef>
              <a:spcAft>
                <a:spcPts val="0"/>
              </a:spcAft>
              <a:buSzPts val="900"/>
              <a:buFont typeface="Poppins Light"/>
              <a:buChar char="●"/>
              <a:defRPr sz="900">
                <a:latin typeface="Poppins Light"/>
                <a:ea typeface="Poppins Light"/>
                <a:cs typeface="Poppins Light"/>
                <a:sym typeface="Poppins Light"/>
              </a:defRPr>
            </a:lvl1pPr>
            <a:lvl2pPr indent="-285750" lvl="1" marL="914400" algn="l">
              <a:lnSpc>
                <a:spcPct val="115000"/>
              </a:lnSpc>
              <a:spcBef>
                <a:spcPts val="0"/>
              </a:spcBef>
              <a:spcAft>
                <a:spcPts val="0"/>
              </a:spcAft>
              <a:buSzPts val="900"/>
              <a:buFont typeface="Poppins Light"/>
              <a:buChar char="○"/>
              <a:defRPr sz="900">
                <a:latin typeface="Poppins Light"/>
                <a:ea typeface="Poppins Light"/>
                <a:cs typeface="Poppins Light"/>
                <a:sym typeface="Poppins Light"/>
              </a:defRPr>
            </a:lvl2pPr>
            <a:lvl3pPr indent="-285750" lvl="2" marL="1371600" algn="l">
              <a:lnSpc>
                <a:spcPct val="115000"/>
              </a:lnSpc>
              <a:spcBef>
                <a:spcPts val="0"/>
              </a:spcBef>
              <a:spcAft>
                <a:spcPts val="0"/>
              </a:spcAft>
              <a:buSzPts val="900"/>
              <a:buFont typeface="Poppins Light"/>
              <a:buChar char="■"/>
              <a:defRPr sz="900">
                <a:latin typeface="Poppins Light"/>
                <a:ea typeface="Poppins Light"/>
                <a:cs typeface="Poppins Light"/>
                <a:sym typeface="Poppins Light"/>
              </a:defRPr>
            </a:lvl3pPr>
            <a:lvl4pPr indent="-285750" lvl="3" marL="1828800" algn="l">
              <a:lnSpc>
                <a:spcPct val="115000"/>
              </a:lnSpc>
              <a:spcBef>
                <a:spcPts val="0"/>
              </a:spcBef>
              <a:spcAft>
                <a:spcPts val="0"/>
              </a:spcAft>
              <a:buSzPts val="900"/>
              <a:buFont typeface="Poppins Light"/>
              <a:buChar char="●"/>
              <a:defRPr sz="900">
                <a:latin typeface="Poppins Light"/>
                <a:ea typeface="Poppins Light"/>
                <a:cs typeface="Poppins Light"/>
                <a:sym typeface="Poppins Light"/>
              </a:defRPr>
            </a:lvl4pPr>
            <a:lvl5pPr indent="-285750" lvl="4" marL="2286000" algn="l">
              <a:lnSpc>
                <a:spcPct val="115000"/>
              </a:lnSpc>
              <a:spcBef>
                <a:spcPts val="0"/>
              </a:spcBef>
              <a:spcAft>
                <a:spcPts val="0"/>
              </a:spcAft>
              <a:buSzPts val="900"/>
              <a:buFont typeface="Poppins Light"/>
              <a:buChar char="○"/>
              <a:defRPr sz="900">
                <a:latin typeface="Poppins Light"/>
                <a:ea typeface="Poppins Light"/>
                <a:cs typeface="Poppins Light"/>
                <a:sym typeface="Poppins Light"/>
              </a:defRPr>
            </a:lvl5pPr>
            <a:lvl6pPr indent="-285750" lvl="5" marL="2743200" algn="l">
              <a:lnSpc>
                <a:spcPct val="115000"/>
              </a:lnSpc>
              <a:spcBef>
                <a:spcPts val="0"/>
              </a:spcBef>
              <a:spcAft>
                <a:spcPts val="0"/>
              </a:spcAft>
              <a:buSzPts val="900"/>
              <a:buFont typeface="Poppins Light"/>
              <a:buChar char="■"/>
              <a:defRPr sz="900">
                <a:latin typeface="Poppins Light"/>
                <a:ea typeface="Poppins Light"/>
                <a:cs typeface="Poppins Light"/>
                <a:sym typeface="Poppins Light"/>
              </a:defRPr>
            </a:lvl6pPr>
            <a:lvl7pPr indent="-285750" lvl="6" marL="3200400" algn="l">
              <a:lnSpc>
                <a:spcPct val="115000"/>
              </a:lnSpc>
              <a:spcBef>
                <a:spcPts val="0"/>
              </a:spcBef>
              <a:spcAft>
                <a:spcPts val="0"/>
              </a:spcAft>
              <a:buSzPts val="900"/>
              <a:buFont typeface="Poppins Light"/>
              <a:buChar char="●"/>
              <a:defRPr sz="900">
                <a:latin typeface="Poppins Light"/>
                <a:ea typeface="Poppins Light"/>
                <a:cs typeface="Poppins Light"/>
                <a:sym typeface="Poppins Light"/>
              </a:defRPr>
            </a:lvl7pPr>
            <a:lvl8pPr indent="-285750" lvl="7" marL="3657600" algn="l">
              <a:lnSpc>
                <a:spcPct val="115000"/>
              </a:lnSpc>
              <a:spcBef>
                <a:spcPts val="0"/>
              </a:spcBef>
              <a:spcAft>
                <a:spcPts val="0"/>
              </a:spcAft>
              <a:buSzPts val="900"/>
              <a:buFont typeface="Poppins Light"/>
              <a:buChar char="○"/>
              <a:defRPr sz="900">
                <a:latin typeface="Poppins Light"/>
                <a:ea typeface="Poppins Light"/>
                <a:cs typeface="Poppins Light"/>
                <a:sym typeface="Poppins Light"/>
              </a:defRPr>
            </a:lvl8pPr>
            <a:lvl9pPr indent="-285750" lvl="8" marL="4114800" algn="l">
              <a:lnSpc>
                <a:spcPct val="115000"/>
              </a:lnSpc>
              <a:spcBef>
                <a:spcPts val="0"/>
              </a:spcBef>
              <a:spcAft>
                <a:spcPts val="0"/>
              </a:spcAft>
              <a:buSzPts val="900"/>
              <a:buFont typeface="Poppins Light"/>
              <a:buChar char="■"/>
              <a:defRPr sz="900">
                <a:latin typeface="Poppins Light"/>
                <a:ea typeface="Poppins Light"/>
                <a:cs typeface="Poppins Light"/>
                <a:sym typeface="Poppins Light"/>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30" name="Shape 30"/>
        <p:cNvGrpSpPr/>
        <p:nvPr/>
      </p:nvGrpSpPr>
      <p:grpSpPr>
        <a:xfrm>
          <a:off x="0" y="0"/>
          <a:ext cx="0" cy="0"/>
          <a:chOff x="0" y="0"/>
          <a:chExt cx="0" cy="0"/>
        </a:xfrm>
      </p:grpSpPr>
      <p:sp>
        <p:nvSpPr>
          <p:cNvPr id="31" name="Google Shape;31;g2772ac48db5_0_8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2" name="Google Shape;32;g2772ac48db5_0_8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gn="l">
              <a:lnSpc>
                <a:spcPct val="115000"/>
              </a:lnSpc>
              <a:spcBef>
                <a:spcPts val="0"/>
              </a:spcBef>
              <a:spcAft>
                <a:spcPts val="0"/>
              </a:spcAft>
              <a:buSzPts val="1800"/>
              <a:buChar char="●"/>
              <a:defRPr/>
            </a:lvl1pPr>
            <a:lvl2pPr indent="-317500" lvl="1" marL="914400" rtl="0" algn="l">
              <a:lnSpc>
                <a:spcPct val="115000"/>
              </a:lnSpc>
              <a:spcBef>
                <a:spcPts val="0"/>
              </a:spcBef>
              <a:spcAft>
                <a:spcPts val="0"/>
              </a:spcAft>
              <a:buSzPts val="1400"/>
              <a:buChar char="○"/>
              <a:defRPr/>
            </a:lvl2pPr>
            <a:lvl3pPr indent="-317500" lvl="2" marL="1371600" rtl="0" algn="l">
              <a:lnSpc>
                <a:spcPct val="115000"/>
              </a:lnSpc>
              <a:spcBef>
                <a:spcPts val="0"/>
              </a:spcBef>
              <a:spcAft>
                <a:spcPts val="0"/>
              </a:spcAft>
              <a:buSzPts val="1400"/>
              <a:buChar char="■"/>
              <a:defRPr/>
            </a:lvl3pPr>
            <a:lvl4pPr indent="-317500" lvl="3" marL="1828800" rtl="0" algn="l">
              <a:lnSpc>
                <a:spcPct val="115000"/>
              </a:lnSpc>
              <a:spcBef>
                <a:spcPts val="0"/>
              </a:spcBef>
              <a:spcAft>
                <a:spcPts val="0"/>
              </a:spcAft>
              <a:buSzPts val="1400"/>
              <a:buChar char="●"/>
              <a:defRPr/>
            </a:lvl4pPr>
            <a:lvl5pPr indent="-317500" lvl="4" marL="2286000" rtl="0" algn="l">
              <a:lnSpc>
                <a:spcPct val="115000"/>
              </a:lnSpc>
              <a:spcBef>
                <a:spcPts val="0"/>
              </a:spcBef>
              <a:spcAft>
                <a:spcPts val="0"/>
              </a:spcAft>
              <a:buSzPts val="1400"/>
              <a:buChar char="○"/>
              <a:defRPr/>
            </a:lvl5pPr>
            <a:lvl6pPr indent="-317500" lvl="5" marL="2743200" rtl="0" algn="l">
              <a:lnSpc>
                <a:spcPct val="115000"/>
              </a:lnSpc>
              <a:spcBef>
                <a:spcPts val="0"/>
              </a:spcBef>
              <a:spcAft>
                <a:spcPts val="0"/>
              </a:spcAft>
              <a:buSzPts val="1400"/>
              <a:buChar char="■"/>
              <a:defRPr/>
            </a:lvl6pPr>
            <a:lvl7pPr indent="-317500" lvl="6" marL="3200400" rtl="0" algn="l">
              <a:lnSpc>
                <a:spcPct val="115000"/>
              </a:lnSpc>
              <a:spcBef>
                <a:spcPts val="0"/>
              </a:spcBef>
              <a:spcAft>
                <a:spcPts val="0"/>
              </a:spcAft>
              <a:buSzPts val="1400"/>
              <a:buChar char="●"/>
              <a:defRPr/>
            </a:lvl7pPr>
            <a:lvl8pPr indent="-317500" lvl="7" marL="3657600" rtl="0" algn="l">
              <a:lnSpc>
                <a:spcPct val="115000"/>
              </a:lnSpc>
              <a:spcBef>
                <a:spcPts val="0"/>
              </a:spcBef>
              <a:spcAft>
                <a:spcPts val="0"/>
              </a:spcAft>
              <a:buSzPts val="1400"/>
              <a:buChar char="○"/>
              <a:defRPr/>
            </a:lvl8pPr>
            <a:lvl9pPr indent="-317500" lvl="8" marL="4114800" rtl="0" algn="l">
              <a:lnSpc>
                <a:spcPct val="115000"/>
              </a:lnSpc>
              <a:spcBef>
                <a:spcPts val="0"/>
              </a:spcBef>
              <a:spcAft>
                <a:spcPts val="0"/>
              </a:spcAft>
              <a:buSzPts val="1400"/>
              <a:buChar char="■"/>
              <a:defRPr/>
            </a:lvl9pPr>
          </a:lstStyle>
          <a:p/>
        </p:txBody>
      </p:sp>
      <p:sp>
        <p:nvSpPr>
          <p:cNvPr id="33" name="Google Shape;33;g2772ac48db5_0_8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23"/>
          <p:cNvSpPr txBox="1"/>
          <p:nvPr>
            <p:ph type="title"/>
          </p:nvPr>
        </p:nvSpPr>
        <p:spPr>
          <a:xfrm>
            <a:off x="311700" y="303700"/>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D0D0D"/>
              </a:buClr>
              <a:buSzPts val="3000"/>
              <a:buFont typeface="Poppins SemiBold"/>
              <a:buNone/>
              <a:defRPr b="0" i="0" sz="3000" u="none" cap="none" strike="noStrike">
                <a:solidFill>
                  <a:srgbClr val="0D0D0D"/>
                </a:solidFill>
                <a:latin typeface="Poppins SemiBold"/>
                <a:ea typeface="Poppins SemiBold"/>
                <a:cs typeface="Poppins SemiBold"/>
                <a:sym typeface="Poppins SemiBold"/>
              </a:defRPr>
            </a:lvl1pPr>
            <a:lvl2pPr lvl="1" marR="0" rtl="0" algn="l">
              <a:lnSpc>
                <a:spcPct val="100000"/>
              </a:lnSpc>
              <a:spcBef>
                <a:spcPts val="0"/>
              </a:spcBef>
              <a:spcAft>
                <a:spcPts val="0"/>
              </a:spcAft>
              <a:buClr>
                <a:srgbClr val="0D0D0D"/>
              </a:buClr>
              <a:buSzPts val="3000"/>
              <a:buFont typeface="Poppins SemiBold"/>
              <a:buNone/>
              <a:defRPr b="0" i="0" sz="3000" u="none" cap="none" strike="noStrike">
                <a:solidFill>
                  <a:srgbClr val="0D0D0D"/>
                </a:solidFill>
                <a:latin typeface="Poppins SemiBold"/>
                <a:ea typeface="Poppins SemiBold"/>
                <a:cs typeface="Poppins SemiBold"/>
                <a:sym typeface="Poppins SemiBold"/>
              </a:defRPr>
            </a:lvl2pPr>
            <a:lvl3pPr lvl="2" marR="0" rtl="0" algn="l">
              <a:lnSpc>
                <a:spcPct val="100000"/>
              </a:lnSpc>
              <a:spcBef>
                <a:spcPts val="0"/>
              </a:spcBef>
              <a:spcAft>
                <a:spcPts val="0"/>
              </a:spcAft>
              <a:buClr>
                <a:srgbClr val="0D0D0D"/>
              </a:buClr>
              <a:buSzPts val="3000"/>
              <a:buFont typeface="Poppins SemiBold"/>
              <a:buNone/>
              <a:defRPr b="0" i="0" sz="3000" u="none" cap="none" strike="noStrike">
                <a:solidFill>
                  <a:srgbClr val="0D0D0D"/>
                </a:solidFill>
                <a:latin typeface="Poppins SemiBold"/>
                <a:ea typeface="Poppins SemiBold"/>
                <a:cs typeface="Poppins SemiBold"/>
                <a:sym typeface="Poppins SemiBold"/>
              </a:defRPr>
            </a:lvl3pPr>
            <a:lvl4pPr lvl="3" marR="0" rtl="0" algn="l">
              <a:lnSpc>
                <a:spcPct val="100000"/>
              </a:lnSpc>
              <a:spcBef>
                <a:spcPts val="0"/>
              </a:spcBef>
              <a:spcAft>
                <a:spcPts val="0"/>
              </a:spcAft>
              <a:buClr>
                <a:srgbClr val="0D0D0D"/>
              </a:buClr>
              <a:buSzPts val="3000"/>
              <a:buFont typeface="Poppins SemiBold"/>
              <a:buNone/>
              <a:defRPr b="0" i="0" sz="3000" u="none" cap="none" strike="noStrike">
                <a:solidFill>
                  <a:srgbClr val="0D0D0D"/>
                </a:solidFill>
                <a:latin typeface="Poppins SemiBold"/>
                <a:ea typeface="Poppins SemiBold"/>
                <a:cs typeface="Poppins SemiBold"/>
                <a:sym typeface="Poppins SemiBold"/>
              </a:defRPr>
            </a:lvl4pPr>
            <a:lvl5pPr lvl="4" marR="0" rtl="0" algn="l">
              <a:lnSpc>
                <a:spcPct val="100000"/>
              </a:lnSpc>
              <a:spcBef>
                <a:spcPts val="0"/>
              </a:spcBef>
              <a:spcAft>
                <a:spcPts val="0"/>
              </a:spcAft>
              <a:buClr>
                <a:srgbClr val="0D0D0D"/>
              </a:buClr>
              <a:buSzPts val="3000"/>
              <a:buFont typeface="Poppins SemiBold"/>
              <a:buNone/>
              <a:defRPr b="0" i="0" sz="3000" u="none" cap="none" strike="noStrike">
                <a:solidFill>
                  <a:srgbClr val="0D0D0D"/>
                </a:solidFill>
                <a:latin typeface="Poppins SemiBold"/>
                <a:ea typeface="Poppins SemiBold"/>
                <a:cs typeface="Poppins SemiBold"/>
                <a:sym typeface="Poppins SemiBold"/>
              </a:defRPr>
            </a:lvl5pPr>
            <a:lvl6pPr lvl="5" marR="0" rtl="0" algn="l">
              <a:lnSpc>
                <a:spcPct val="100000"/>
              </a:lnSpc>
              <a:spcBef>
                <a:spcPts val="0"/>
              </a:spcBef>
              <a:spcAft>
                <a:spcPts val="0"/>
              </a:spcAft>
              <a:buClr>
                <a:srgbClr val="0D0D0D"/>
              </a:buClr>
              <a:buSzPts val="3000"/>
              <a:buFont typeface="Poppins SemiBold"/>
              <a:buNone/>
              <a:defRPr b="0" i="0" sz="3000" u="none" cap="none" strike="noStrike">
                <a:solidFill>
                  <a:srgbClr val="0D0D0D"/>
                </a:solidFill>
                <a:latin typeface="Poppins SemiBold"/>
                <a:ea typeface="Poppins SemiBold"/>
                <a:cs typeface="Poppins SemiBold"/>
                <a:sym typeface="Poppins SemiBold"/>
              </a:defRPr>
            </a:lvl6pPr>
            <a:lvl7pPr lvl="6" marR="0" rtl="0" algn="l">
              <a:lnSpc>
                <a:spcPct val="100000"/>
              </a:lnSpc>
              <a:spcBef>
                <a:spcPts val="0"/>
              </a:spcBef>
              <a:spcAft>
                <a:spcPts val="0"/>
              </a:spcAft>
              <a:buClr>
                <a:srgbClr val="0D0D0D"/>
              </a:buClr>
              <a:buSzPts val="3000"/>
              <a:buFont typeface="Poppins SemiBold"/>
              <a:buNone/>
              <a:defRPr b="0" i="0" sz="3000" u="none" cap="none" strike="noStrike">
                <a:solidFill>
                  <a:srgbClr val="0D0D0D"/>
                </a:solidFill>
                <a:latin typeface="Poppins SemiBold"/>
                <a:ea typeface="Poppins SemiBold"/>
                <a:cs typeface="Poppins SemiBold"/>
                <a:sym typeface="Poppins SemiBold"/>
              </a:defRPr>
            </a:lvl7pPr>
            <a:lvl8pPr lvl="7" marR="0" rtl="0" algn="l">
              <a:lnSpc>
                <a:spcPct val="100000"/>
              </a:lnSpc>
              <a:spcBef>
                <a:spcPts val="0"/>
              </a:spcBef>
              <a:spcAft>
                <a:spcPts val="0"/>
              </a:spcAft>
              <a:buClr>
                <a:srgbClr val="0D0D0D"/>
              </a:buClr>
              <a:buSzPts val="3000"/>
              <a:buFont typeface="Poppins SemiBold"/>
              <a:buNone/>
              <a:defRPr b="0" i="0" sz="3000" u="none" cap="none" strike="noStrike">
                <a:solidFill>
                  <a:srgbClr val="0D0D0D"/>
                </a:solidFill>
                <a:latin typeface="Poppins SemiBold"/>
                <a:ea typeface="Poppins SemiBold"/>
                <a:cs typeface="Poppins SemiBold"/>
                <a:sym typeface="Poppins SemiBold"/>
              </a:defRPr>
            </a:lvl8pPr>
            <a:lvl9pPr lvl="8" marR="0" rtl="0" algn="l">
              <a:lnSpc>
                <a:spcPct val="100000"/>
              </a:lnSpc>
              <a:spcBef>
                <a:spcPts val="0"/>
              </a:spcBef>
              <a:spcAft>
                <a:spcPts val="0"/>
              </a:spcAft>
              <a:buClr>
                <a:srgbClr val="0D0D0D"/>
              </a:buClr>
              <a:buSzPts val="3000"/>
              <a:buFont typeface="Poppins SemiBold"/>
              <a:buNone/>
              <a:defRPr b="0" i="0" sz="3000" u="none" cap="none" strike="noStrike">
                <a:solidFill>
                  <a:srgbClr val="0D0D0D"/>
                </a:solidFill>
                <a:latin typeface="Poppins SemiBold"/>
                <a:ea typeface="Poppins SemiBold"/>
                <a:cs typeface="Poppins SemiBold"/>
                <a:sym typeface="Poppins SemiBold"/>
              </a:defRPr>
            </a:lvl9pPr>
          </a:lstStyle>
          <a:p/>
        </p:txBody>
      </p:sp>
      <p:sp>
        <p:nvSpPr>
          <p:cNvPr id="7" name="Google Shape;7;p23"/>
          <p:cNvSpPr txBox="1"/>
          <p:nvPr>
            <p:ph idx="1" type="body"/>
          </p:nvPr>
        </p:nvSpPr>
        <p:spPr>
          <a:xfrm>
            <a:off x="311700" y="1011150"/>
            <a:ext cx="8520600" cy="34164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15000"/>
              </a:lnSpc>
              <a:spcBef>
                <a:spcPts val="0"/>
              </a:spcBef>
              <a:spcAft>
                <a:spcPts val="0"/>
              </a:spcAft>
              <a:buClr>
                <a:srgbClr val="0D0D0D"/>
              </a:buClr>
              <a:buSzPts val="1400"/>
              <a:buFont typeface="Montserrat"/>
              <a:buChar char="●"/>
              <a:defRPr b="0" i="0" sz="1400" u="none" cap="none" strike="noStrike">
                <a:solidFill>
                  <a:srgbClr val="0D0D0D"/>
                </a:solidFill>
                <a:latin typeface="Montserrat"/>
                <a:ea typeface="Montserrat"/>
                <a:cs typeface="Montserrat"/>
                <a:sym typeface="Montserrat"/>
              </a:defRPr>
            </a:lvl1pPr>
            <a:lvl2pPr indent="-317500" lvl="1" marL="914400" marR="0" rtl="0" algn="l">
              <a:lnSpc>
                <a:spcPct val="115000"/>
              </a:lnSpc>
              <a:spcBef>
                <a:spcPts val="1600"/>
              </a:spcBef>
              <a:spcAft>
                <a:spcPts val="0"/>
              </a:spcAft>
              <a:buClr>
                <a:srgbClr val="0D0D0D"/>
              </a:buClr>
              <a:buSzPts val="1400"/>
              <a:buFont typeface="Montserrat"/>
              <a:buChar char="○"/>
              <a:defRPr b="0" i="0" sz="1400" u="none" cap="none" strike="noStrike">
                <a:solidFill>
                  <a:srgbClr val="0D0D0D"/>
                </a:solidFill>
                <a:latin typeface="Montserrat"/>
                <a:ea typeface="Montserrat"/>
                <a:cs typeface="Montserrat"/>
                <a:sym typeface="Montserrat"/>
              </a:defRPr>
            </a:lvl2pPr>
            <a:lvl3pPr indent="-317500" lvl="2" marL="1371600" marR="0" rtl="0" algn="l">
              <a:lnSpc>
                <a:spcPct val="115000"/>
              </a:lnSpc>
              <a:spcBef>
                <a:spcPts val="1600"/>
              </a:spcBef>
              <a:spcAft>
                <a:spcPts val="0"/>
              </a:spcAft>
              <a:buClr>
                <a:srgbClr val="0D0D0D"/>
              </a:buClr>
              <a:buSzPts val="1400"/>
              <a:buFont typeface="Montserrat"/>
              <a:buChar char="■"/>
              <a:defRPr b="0" i="0" sz="1400" u="none" cap="none" strike="noStrike">
                <a:solidFill>
                  <a:srgbClr val="0D0D0D"/>
                </a:solidFill>
                <a:latin typeface="Montserrat"/>
                <a:ea typeface="Montserrat"/>
                <a:cs typeface="Montserrat"/>
                <a:sym typeface="Montserrat"/>
              </a:defRPr>
            </a:lvl3pPr>
            <a:lvl4pPr indent="-317500" lvl="3" marL="1828800" marR="0" rtl="0" algn="l">
              <a:lnSpc>
                <a:spcPct val="115000"/>
              </a:lnSpc>
              <a:spcBef>
                <a:spcPts val="1600"/>
              </a:spcBef>
              <a:spcAft>
                <a:spcPts val="0"/>
              </a:spcAft>
              <a:buClr>
                <a:srgbClr val="0D0D0D"/>
              </a:buClr>
              <a:buSzPts val="1400"/>
              <a:buFont typeface="Montserrat"/>
              <a:buChar char="●"/>
              <a:defRPr b="0" i="0" sz="1400" u="none" cap="none" strike="noStrike">
                <a:solidFill>
                  <a:srgbClr val="0D0D0D"/>
                </a:solidFill>
                <a:latin typeface="Montserrat"/>
                <a:ea typeface="Montserrat"/>
                <a:cs typeface="Montserrat"/>
                <a:sym typeface="Montserrat"/>
              </a:defRPr>
            </a:lvl4pPr>
            <a:lvl5pPr indent="-317500" lvl="4" marL="2286000" marR="0" rtl="0" algn="l">
              <a:lnSpc>
                <a:spcPct val="115000"/>
              </a:lnSpc>
              <a:spcBef>
                <a:spcPts val="1600"/>
              </a:spcBef>
              <a:spcAft>
                <a:spcPts val="0"/>
              </a:spcAft>
              <a:buClr>
                <a:srgbClr val="0D0D0D"/>
              </a:buClr>
              <a:buSzPts val="1400"/>
              <a:buFont typeface="Montserrat"/>
              <a:buChar char="○"/>
              <a:defRPr b="0" i="0" sz="1400" u="none" cap="none" strike="noStrike">
                <a:solidFill>
                  <a:srgbClr val="0D0D0D"/>
                </a:solidFill>
                <a:latin typeface="Montserrat"/>
                <a:ea typeface="Montserrat"/>
                <a:cs typeface="Montserrat"/>
                <a:sym typeface="Montserrat"/>
              </a:defRPr>
            </a:lvl5pPr>
            <a:lvl6pPr indent="-317500" lvl="5" marL="2743200" marR="0" rtl="0" algn="l">
              <a:lnSpc>
                <a:spcPct val="115000"/>
              </a:lnSpc>
              <a:spcBef>
                <a:spcPts val="1600"/>
              </a:spcBef>
              <a:spcAft>
                <a:spcPts val="0"/>
              </a:spcAft>
              <a:buClr>
                <a:srgbClr val="0D0D0D"/>
              </a:buClr>
              <a:buSzPts val="1400"/>
              <a:buFont typeface="Montserrat"/>
              <a:buChar char="■"/>
              <a:defRPr b="0" i="0" sz="1400" u="none" cap="none" strike="noStrike">
                <a:solidFill>
                  <a:srgbClr val="0D0D0D"/>
                </a:solidFill>
                <a:latin typeface="Montserrat"/>
                <a:ea typeface="Montserrat"/>
                <a:cs typeface="Montserrat"/>
                <a:sym typeface="Montserrat"/>
              </a:defRPr>
            </a:lvl6pPr>
            <a:lvl7pPr indent="-317500" lvl="6" marL="3200400" marR="0" rtl="0" algn="l">
              <a:lnSpc>
                <a:spcPct val="115000"/>
              </a:lnSpc>
              <a:spcBef>
                <a:spcPts val="1600"/>
              </a:spcBef>
              <a:spcAft>
                <a:spcPts val="0"/>
              </a:spcAft>
              <a:buClr>
                <a:srgbClr val="0D0D0D"/>
              </a:buClr>
              <a:buSzPts val="1400"/>
              <a:buFont typeface="Montserrat"/>
              <a:buChar char="●"/>
              <a:defRPr b="0" i="0" sz="1400" u="none" cap="none" strike="noStrike">
                <a:solidFill>
                  <a:srgbClr val="0D0D0D"/>
                </a:solidFill>
                <a:latin typeface="Montserrat"/>
                <a:ea typeface="Montserrat"/>
                <a:cs typeface="Montserrat"/>
                <a:sym typeface="Montserrat"/>
              </a:defRPr>
            </a:lvl7pPr>
            <a:lvl8pPr indent="-317500" lvl="7" marL="3657600" marR="0" rtl="0" algn="l">
              <a:lnSpc>
                <a:spcPct val="115000"/>
              </a:lnSpc>
              <a:spcBef>
                <a:spcPts val="1600"/>
              </a:spcBef>
              <a:spcAft>
                <a:spcPts val="0"/>
              </a:spcAft>
              <a:buClr>
                <a:srgbClr val="0D0D0D"/>
              </a:buClr>
              <a:buSzPts val="1400"/>
              <a:buFont typeface="Montserrat"/>
              <a:buChar char="○"/>
              <a:defRPr b="0" i="0" sz="1400" u="none" cap="none" strike="noStrike">
                <a:solidFill>
                  <a:srgbClr val="0D0D0D"/>
                </a:solidFill>
                <a:latin typeface="Montserrat"/>
                <a:ea typeface="Montserrat"/>
                <a:cs typeface="Montserrat"/>
                <a:sym typeface="Montserrat"/>
              </a:defRPr>
            </a:lvl8pPr>
            <a:lvl9pPr indent="-317500" lvl="8" marL="4114800" marR="0" rtl="0" algn="l">
              <a:lnSpc>
                <a:spcPct val="115000"/>
              </a:lnSpc>
              <a:spcBef>
                <a:spcPts val="1600"/>
              </a:spcBef>
              <a:spcAft>
                <a:spcPts val="1600"/>
              </a:spcAft>
              <a:buClr>
                <a:srgbClr val="0D0D0D"/>
              </a:buClr>
              <a:buSzPts val="1400"/>
              <a:buFont typeface="Montserrat"/>
              <a:buChar char="■"/>
              <a:defRPr b="0" i="0" sz="1400" u="none" cap="none" strike="noStrike">
                <a:solidFill>
                  <a:srgbClr val="0D0D0D"/>
                </a:solidFill>
                <a:latin typeface="Montserrat"/>
                <a:ea typeface="Montserrat"/>
                <a:cs typeface="Montserrat"/>
                <a:sym typeface="Montserrat"/>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Lst>
  <mc:AlternateContent>
    <mc:Choice Requires="p14">
      <p:transition spd="slow" p14:dur="1200">
        <p:push/>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3.png"/><Relationship Id="rId10" Type="http://schemas.openxmlformats.org/officeDocument/2006/relationships/image" Target="../media/image9.png"/><Relationship Id="rId9" Type="http://schemas.openxmlformats.org/officeDocument/2006/relationships/image" Target="../media/image17.gif"/><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11.jpg"/><Relationship Id="rId8"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7.gif"/><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 name="Shape 37"/>
        <p:cNvGrpSpPr/>
        <p:nvPr/>
      </p:nvGrpSpPr>
      <p:grpSpPr>
        <a:xfrm>
          <a:off x="0" y="0"/>
          <a:ext cx="0" cy="0"/>
          <a:chOff x="0" y="0"/>
          <a:chExt cx="0" cy="0"/>
        </a:xfrm>
      </p:grpSpPr>
      <p:pic>
        <p:nvPicPr>
          <p:cNvPr id="38" name="Google Shape;38;p1"/>
          <p:cNvPicPr preferRelativeResize="0"/>
          <p:nvPr/>
        </p:nvPicPr>
        <p:blipFill rotWithShape="1">
          <a:blip r:embed="rId3">
            <a:alphaModFix/>
          </a:blip>
          <a:srcRect b="941" l="0" r="0" t="940"/>
          <a:stretch/>
        </p:blipFill>
        <p:spPr>
          <a:xfrm>
            <a:off x="4098625" y="192575"/>
            <a:ext cx="4846200" cy="4755000"/>
          </a:xfrm>
          <a:prstGeom prst="roundRect">
            <a:avLst>
              <a:gd fmla="val 4745" name="adj"/>
            </a:avLst>
          </a:prstGeom>
          <a:noFill/>
          <a:ln>
            <a:noFill/>
          </a:ln>
        </p:spPr>
      </p:pic>
      <p:sp>
        <p:nvSpPr>
          <p:cNvPr id="39" name="Google Shape;39;p1"/>
          <p:cNvSpPr txBox="1"/>
          <p:nvPr>
            <p:ph type="title"/>
          </p:nvPr>
        </p:nvSpPr>
        <p:spPr>
          <a:xfrm>
            <a:off x="390386" y="1817376"/>
            <a:ext cx="3432600" cy="1708500"/>
          </a:xfrm>
          <a:prstGeom prst="rect">
            <a:avLst/>
          </a:prstGeom>
          <a:noFill/>
          <a:ln>
            <a:noFill/>
          </a:ln>
        </p:spPr>
        <p:txBody>
          <a:bodyPr anchorCtr="0" anchor="ctr" bIns="91425" lIns="0" spcFirstLastPara="1" rIns="0" wrap="square" tIns="91425">
            <a:noAutofit/>
          </a:bodyPr>
          <a:lstStyle/>
          <a:p>
            <a:pPr indent="0" lvl="0" marL="0" rtl="0" algn="l">
              <a:lnSpc>
                <a:spcPct val="115000"/>
              </a:lnSpc>
              <a:spcBef>
                <a:spcPts val="0"/>
              </a:spcBef>
              <a:spcAft>
                <a:spcPts val="0"/>
              </a:spcAft>
              <a:buSzPts val="3000"/>
              <a:buNone/>
            </a:pPr>
            <a:r>
              <a:rPr lang="en-US"/>
              <a:t>Record Vote</a:t>
            </a:r>
            <a:endParaRPr/>
          </a:p>
          <a:p>
            <a:pPr indent="0" lvl="0" marL="0" rtl="0" algn="l">
              <a:lnSpc>
                <a:spcPct val="115000"/>
              </a:lnSpc>
              <a:spcBef>
                <a:spcPts val="0"/>
              </a:spcBef>
              <a:spcAft>
                <a:spcPts val="0"/>
              </a:spcAft>
              <a:buSzPts val="3000"/>
              <a:buNone/>
            </a:pPr>
            <a:r>
              <a:rPr lang="en-US" sz="1900"/>
              <a:t>Revolutionizing bill tracking with ease.</a:t>
            </a:r>
            <a:endParaRPr sz="1900"/>
          </a:p>
        </p:txBody>
      </p:sp>
      <p:sp>
        <p:nvSpPr>
          <p:cNvPr id="40" name="Google Shape;40;p1"/>
          <p:cNvSpPr/>
          <p:nvPr/>
        </p:nvSpPr>
        <p:spPr>
          <a:xfrm>
            <a:off x="474225" y="4381100"/>
            <a:ext cx="621000" cy="284700"/>
          </a:xfrm>
          <a:prstGeom prst="roundRect">
            <a:avLst>
              <a:gd fmla="val 50000" name="adj"/>
            </a:avLst>
          </a:prstGeom>
          <a:solidFill>
            <a:srgbClr val="0D0D0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rgbClr val="F3F3F3"/>
                </a:solidFill>
                <a:latin typeface="Poppins SemiBold"/>
                <a:ea typeface="Poppins SemiBold"/>
                <a:cs typeface="Poppins SemiBold"/>
                <a:sym typeface="Poppins SemiBold"/>
              </a:rPr>
              <a:t>2023</a:t>
            </a:r>
            <a:endParaRPr b="0" i="0" sz="700" u="none" cap="none" strike="noStrike">
              <a:solidFill>
                <a:srgbClr val="F3F3F3"/>
              </a:solidFill>
              <a:latin typeface="Poppins SemiBold"/>
              <a:ea typeface="Poppins SemiBold"/>
              <a:cs typeface="Poppins SemiBold"/>
              <a:sym typeface="Poppins SemiBo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sp>
        <p:nvSpPr>
          <p:cNvPr id="45" name="Google Shape;45;p4"/>
          <p:cNvSpPr txBox="1"/>
          <p:nvPr>
            <p:ph idx="2" type="body"/>
          </p:nvPr>
        </p:nvSpPr>
        <p:spPr>
          <a:xfrm>
            <a:off x="856563" y="3183950"/>
            <a:ext cx="1783200" cy="2478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SzPts val="900"/>
              <a:buNone/>
            </a:pPr>
            <a:r>
              <a:rPr lang="en-US" sz="1400">
                <a:latin typeface="Poppins SemiBold"/>
                <a:ea typeface="Poppins SemiBold"/>
                <a:cs typeface="Poppins SemiBold"/>
                <a:sym typeface="Poppins SemiBold"/>
              </a:rPr>
              <a:t>Andrew Cates</a:t>
            </a:r>
            <a:endParaRPr sz="1400">
              <a:latin typeface="Poppins SemiBold"/>
              <a:ea typeface="Poppins SemiBold"/>
              <a:cs typeface="Poppins SemiBold"/>
              <a:sym typeface="Poppins SemiBold"/>
            </a:endParaRPr>
          </a:p>
        </p:txBody>
      </p:sp>
      <p:sp>
        <p:nvSpPr>
          <p:cNvPr id="46" name="Google Shape;46;p4"/>
          <p:cNvSpPr txBox="1"/>
          <p:nvPr>
            <p:ph idx="2" type="body"/>
          </p:nvPr>
        </p:nvSpPr>
        <p:spPr>
          <a:xfrm>
            <a:off x="868863" y="3439683"/>
            <a:ext cx="1783200" cy="2478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SzPts val="900"/>
              <a:buNone/>
            </a:pPr>
            <a:r>
              <a:rPr lang="en-US">
                <a:latin typeface="Poppins SemiBold"/>
                <a:ea typeface="Poppins SemiBold"/>
                <a:cs typeface="Poppins SemiBold"/>
                <a:sym typeface="Poppins SemiBold"/>
              </a:rPr>
              <a:t>Chief Executive Officer</a:t>
            </a:r>
            <a:endParaRPr>
              <a:latin typeface="Poppins SemiBold"/>
              <a:ea typeface="Poppins SemiBold"/>
              <a:cs typeface="Poppins SemiBold"/>
              <a:sym typeface="Poppins SemiBold"/>
            </a:endParaRPr>
          </a:p>
        </p:txBody>
      </p:sp>
      <p:sp>
        <p:nvSpPr>
          <p:cNvPr id="47" name="Google Shape;47;p4"/>
          <p:cNvSpPr txBox="1"/>
          <p:nvPr>
            <p:ph idx="2" type="body"/>
          </p:nvPr>
        </p:nvSpPr>
        <p:spPr>
          <a:xfrm>
            <a:off x="3682186" y="3439670"/>
            <a:ext cx="1795500" cy="2478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SzPts val="900"/>
              <a:buNone/>
            </a:pPr>
            <a:r>
              <a:rPr lang="en-US">
                <a:latin typeface="Poppins SemiBold"/>
                <a:ea typeface="Poppins SemiBold"/>
                <a:cs typeface="Poppins SemiBold"/>
                <a:sym typeface="Poppins SemiBold"/>
              </a:rPr>
              <a:t>Chief Operations Officer</a:t>
            </a:r>
            <a:endParaRPr>
              <a:latin typeface="Poppins SemiBold"/>
              <a:ea typeface="Poppins SemiBold"/>
              <a:cs typeface="Poppins SemiBold"/>
              <a:sym typeface="Poppins SemiBold"/>
            </a:endParaRPr>
          </a:p>
        </p:txBody>
      </p:sp>
      <p:sp>
        <p:nvSpPr>
          <p:cNvPr id="48" name="Google Shape;48;p4"/>
          <p:cNvSpPr txBox="1"/>
          <p:nvPr>
            <p:ph idx="2" type="body"/>
          </p:nvPr>
        </p:nvSpPr>
        <p:spPr>
          <a:xfrm>
            <a:off x="3682190" y="3183950"/>
            <a:ext cx="1795500" cy="2478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SzPts val="900"/>
              <a:buNone/>
            </a:pPr>
            <a:r>
              <a:rPr lang="en-US" sz="1400">
                <a:latin typeface="Poppins SemiBold"/>
                <a:ea typeface="Poppins SemiBold"/>
                <a:cs typeface="Poppins SemiBold"/>
                <a:sym typeface="Poppins SemiBold"/>
              </a:rPr>
              <a:t>Ben Melson</a:t>
            </a:r>
            <a:endParaRPr sz="1400">
              <a:latin typeface="Poppins SemiBold"/>
              <a:ea typeface="Poppins SemiBold"/>
              <a:cs typeface="Poppins SemiBold"/>
              <a:sym typeface="Poppins SemiBold"/>
            </a:endParaRPr>
          </a:p>
        </p:txBody>
      </p:sp>
      <p:sp>
        <p:nvSpPr>
          <p:cNvPr id="49" name="Google Shape;49;p4"/>
          <p:cNvSpPr txBox="1"/>
          <p:nvPr>
            <p:ph idx="2" type="body"/>
          </p:nvPr>
        </p:nvSpPr>
        <p:spPr>
          <a:xfrm>
            <a:off x="6491943" y="3439670"/>
            <a:ext cx="1795500" cy="2478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SzPts val="900"/>
              <a:buNone/>
            </a:pPr>
            <a:r>
              <a:rPr lang="en-US">
                <a:latin typeface="Poppins SemiBold"/>
                <a:ea typeface="Poppins SemiBold"/>
                <a:cs typeface="Poppins SemiBold"/>
                <a:sym typeface="Poppins SemiBold"/>
              </a:rPr>
              <a:t>Chief Strategy Officer</a:t>
            </a:r>
            <a:endParaRPr>
              <a:latin typeface="Poppins SemiBold"/>
              <a:ea typeface="Poppins SemiBold"/>
              <a:cs typeface="Poppins SemiBold"/>
              <a:sym typeface="Poppins SemiBold"/>
            </a:endParaRPr>
          </a:p>
        </p:txBody>
      </p:sp>
      <p:sp>
        <p:nvSpPr>
          <p:cNvPr id="50" name="Google Shape;50;p4"/>
          <p:cNvSpPr txBox="1"/>
          <p:nvPr>
            <p:ph idx="2" type="body"/>
          </p:nvPr>
        </p:nvSpPr>
        <p:spPr>
          <a:xfrm>
            <a:off x="6491938" y="3183950"/>
            <a:ext cx="1795500" cy="2478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SzPts val="900"/>
              <a:buNone/>
            </a:pPr>
            <a:r>
              <a:rPr lang="en-US" sz="1400">
                <a:latin typeface="Poppins SemiBold"/>
                <a:ea typeface="Poppins SemiBold"/>
                <a:cs typeface="Poppins SemiBold"/>
                <a:sym typeface="Poppins SemiBold"/>
              </a:rPr>
              <a:t>Robert Haney</a:t>
            </a:r>
            <a:endParaRPr sz="1400">
              <a:latin typeface="Poppins SemiBold"/>
              <a:ea typeface="Poppins SemiBold"/>
              <a:cs typeface="Poppins SemiBold"/>
              <a:sym typeface="Poppins SemiBold"/>
            </a:endParaRPr>
          </a:p>
        </p:txBody>
      </p:sp>
      <p:sp>
        <p:nvSpPr>
          <p:cNvPr id="51" name="Google Shape;51;p4"/>
          <p:cNvSpPr txBox="1"/>
          <p:nvPr>
            <p:ph idx="1" type="subTitle"/>
          </p:nvPr>
        </p:nvSpPr>
        <p:spPr>
          <a:xfrm>
            <a:off x="456000" y="420175"/>
            <a:ext cx="8232000" cy="517800"/>
          </a:xfrm>
          <a:prstGeom prst="rect">
            <a:avLst/>
          </a:prstGeom>
          <a:noFill/>
          <a:ln>
            <a:noFill/>
          </a:ln>
        </p:spPr>
        <p:txBody>
          <a:bodyPr anchorCtr="0" anchor="t" bIns="91425" lIns="0" spcFirstLastPara="1" rIns="0" wrap="square" tIns="91425">
            <a:noAutofit/>
          </a:bodyPr>
          <a:lstStyle/>
          <a:p>
            <a:pPr indent="0" lvl="0" marL="0" rtl="0" algn="l">
              <a:lnSpc>
                <a:spcPct val="115000"/>
              </a:lnSpc>
              <a:spcBef>
                <a:spcPts val="0"/>
              </a:spcBef>
              <a:spcAft>
                <a:spcPts val="0"/>
              </a:spcAft>
              <a:buSzPts val="1900"/>
              <a:buNone/>
            </a:pPr>
            <a:r>
              <a:rPr lang="en-US"/>
              <a:t>The Record Vote team</a:t>
            </a:r>
            <a:endParaRPr/>
          </a:p>
        </p:txBody>
      </p:sp>
      <p:pic>
        <p:nvPicPr>
          <p:cNvPr id="52" name="Google Shape;52;p4"/>
          <p:cNvPicPr preferRelativeResize="0"/>
          <p:nvPr/>
        </p:nvPicPr>
        <p:blipFill rotWithShape="1">
          <a:blip r:embed="rId3">
            <a:alphaModFix/>
          </a:blip>
          <a:srcRect b="0" l="0" r="0" t="0"/>
          <a:stretch/>
        </p:blipFill>
        <p:spPr>
          <a:xfrm>
            <a:off x="808000" y="1402750"/>
            <a:ext cx="1904950" cy="1572150"/>
          </a:xfrm>
          <a:prstGeom prst="rect">
            <a:avLst/>
          </a:prstGeom>
          <a:noFill/>
          <a:ln>
            <a:noFill/>
          </a:ln>
        </p:spPr>
      </p:pic>
      <p:pic>
        <p:nvPicPr>
          <p:cNvPr id="53" name="Google Shape;53;p4"/>
          <p:cNvPicPr preferRelativeResize="0"/>
          <p:nvPr/>
        </p:nvPicPr>
        <p:blipFill rotWithShape="1">
          <a:blip r:embed="rId4">
            <a:alphaModFix/>
          </a:blip>
          <a:srcRect b="0" l="0" r="0" t="0"/>
          <a:stretch/>
        </p:blipFill>
        <p:spPr>
          <a:xfrm>
            <a:off x="3793875" y="1402750"/>
            <a:ext cx="1572150" cy="1572150"/>
          </a:xfrm>
          <a:prstGeom prst="rect">
            <a:avLst/>
          </a:prstGeom>
          <a:noFill/>
          <a:ln>
            <a:noFill/>
          </a:ln>
        </p:spPr>
      </p:pic>
      <p:pic>
        <p:nvPicPr>
          <p:cNvPr id="54" name="Google Shape;54;p4"/>
          <p:cNvPicPr preferRelativeResize="0"/>
          <p:nvPr/>
        </p:nvPicPr>
        <p:blipFill rotWithShape="1">
          <a:blip r:embed="rId5">
            <a:alphaModFix/>
          </a:blip>
          <a:srcRect b="0" l="0" r="0" t="0"/>
          <a:stretch/>
        </p:blipFill>
        <p:spPr>
          <a:xfrm>
            <a:off x="6446950" y="1402750"/>
            <a:ext cx="1654625" cy="15721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cxnSp>
        <p:nvCxnSpPr>
          <p:cNvPr id="59" name="Google Shape;59;g2772ac48db5_0_17"/>
          <p:cNvCxnSpPr/>
          <p:nvPr/>
        </p:nvCxnSpPr>
        <p:spPr>
          <a:xfrm>
            <a:off x="2351800" y="3022925"/>
            <a:ext cx="6792300" cy="0"/>
          </a:xfrm>
          <a:prstGeom prst="straightConnector1">
            <a:avLst/>
          </a:prstGeom>
          <a:noFill/>
          <a:ln cap="flat" cmpd="sng" w="19050">
            <a:solidFill>
              <a:schemeClr val="lt1"/>
            </a:solidFill>
            <a:prstDash val="solid"/>
            <a:round/>
            <a:headEnd len="sm" w="sm" type="none"/>
            <a:tailEnd len="sm" w="sm" type="none"/>
          </a:ln>
        </p:spPr>
      </p:cxnSp>
      <p:sp>
        <p:nvSpPr>
          <p:cNvPr id="60" name="Google Shape;60;g2772ac48db5_0_17"/>
          <p:cNvSpPr/>
          <p:nvPr/>
        </p:nvSpPr>
        <p:spPr>
          <a:xfrm>
            <a:off x="4963497" y="1350750"/>
            <a:ext cx="3395100" cy="3339300"/>
          </a:xfrm>
          <a:prstGeom prst="roundRect">
            <a:avLst>
              <a:gd fmla="val 76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g2772ac48db5_0_17"/>
          <p:cNvSpPr/>
          <p:nvPr/>
        </p:nvSpPr>
        <p:spPr>
          <a:xfrm>
            <a:off x="785400" y="1350750"/>
            <a:ext cx="3395100" cy="3339300"/>
          </a:xfrm>
          <a:prstGeom prst="roundRect">
            <a:avLst>
              <a:gd fmla="val 7624" name="adj"/>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g2772ac48db5_0_17"/>
          <p:cNvSpPr txBox="1"/>
          <p:nvPr>
            <p:ph type="title"/>
          </p:nvPr>
        </p:nvSpPr>
        <p:spPr>
          <a:xfrm>
            <a:off x="456046" y="403100"/>
            <a:ext cx="8232000" cy="57270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SzPts val="3000"/>
              <a:buNone/>
            </a:pPr>
            <a:r>
              <a:rPr lang="en-US" sz="2600"/>
              <a:t>Vision Mission</a:t>
            </a:r>
            <a:endParaRPr sz="2600"/>
          </a:p>
        </p:txBody>
      </p:sp>
      <p:sp>
        <p:nvSpPr>
          <p:cNvPr id="63" name="Google Shape;63;g2772ac48db5_0_17"/>
          <p:cNvSpPr txBox="1"/>
          <p:nvPr>
            <p:ph idx="1" type="subTitle"/>
          </p:nvPr>
        </p:nvSpPr>
        <p:spPr>
          <a:xfrm>
            <a:off x="1138514" y="1515404"/>
            <a:ext cx="2688900" cy="517800"/>
          </a:xfrm>
          <a:prstGeom prst="rect">
            <a:avLst/>
          </a:prstGeom>
          <a:noFill/>
          <a:ln>
            <a:noFill/>
          </a:ln>
        </p:spPr>
        <p:txBody>
          <a:bodyPr anchorCtr="0" anchor="t" bIns="91425" lIns="0" spcFirstLastPara="1" rIns="0" wrap="square" tIns="91425">
            <a:noAutofit/>
          </a:bodyPr>
          <a:lstStyle/>
          <a:p>
            <a:pPr indent="0" lvl="0" marL="0" rtl="0" algn="l">
              <a:lnSpc>
                <a:spcPct val="115000"/>
              </a:lnSpc>
              <a:spcBef>
                <a:spcPts val="0"/>
              </a:spcBef>
              <a:spcAft>
                <a:spcPts val="0"/>
              </a:spcAft>
              <a:buSzPts val="1900"/>
              <a:buNone/>
            </a:pPr>
            <a:r>
              <a:rPr lang="en-US"/>
              <a:t>Mission</a:t>
            </a:r>
            <a:endParaRPr>
              <a:solidFill>
                <a:srgbClr val="0D0D0D"/>
              </a:solidFill>
            </a:endParaRPr>
          </a:p>
        </p:txBody>
      </p:sp>
      <p:sp>
        <p:nvSpPr>
          <p:cNvPr id="64" name="Google Shape;64;g2772ac48db5_0_17"/>
          <p:cNvSpPr txBox="1"/>
          <p:nvPr>
            <p:ph idx="1" type="subTitle"/>
          </p:nvPr>
        </p:nvSpPr>
        <p:spPr>
          <a:xfrm>
            <a:off x="5316583" y="1515404"/>
            <a:ext cx="2688900" cy="517800"/>
          </a:xfrm>
          <a:prstGeom prst="rect">
            <a:avLst/>
          </a:prstGeom>
          <a:noFill/>
          <a:ln>
            <a:noFill/>
          </a:ln>
        </p:spPr>
        <p:txBody>
          <a:bodyPr anchorCtr="0" anchor="t" bIns="91425" lIns="0" spcFirstLastPara="1" rIns="0" wrap="square" tIns="91425">
            <a:noAutofit/>
          </a:bodyPr>
          <a:lstStyle/>
          <a:p>
            <a:pPr indent="0" lvl="0" marL="0" rtl="0" algn="l">
              <a:lnSpc>
                <a:spcPct val="115000"/>
              </a:lnSpc>
              <a:spcBef>
                <a:spcPts val="0"/>
              </a:spcBef>
              <a:spcAft>
                <a:spcPts val="0"/>
              </a:spcAft>
              <a:buSzPts val="1900"/>
              <a:buNone/>
            </a:pPr>
            <a:r>
              <a:rPr lang="en-US"/>
              <a:t>Vision</a:t>
            </a:r>
            <a:endParaRPr>
              <a:solidFill>
                <a:srgbClr val="0D0D0D"/>
              </a:solidFill>
            </a:endParaRPr>
          </a:p>
        </p:txBody>
      </p:sp>
      <p:sp>
        <p:nvSpPr>
          <p:cNvPr id="65" name="Google Shape;65;g2772ac48db5_0_17"/>
          <p:cNvSpPr txBox="1"/>
          <p:nvPr>
            <p:ph idx="2" type="body"/>
          </p:nvPr>
        </p:nvSpPr>
        <p:spPr>
          <a:xfrm>
            <a:off x="1138514" y="2033204"/>
            <a:ext cx="2688900" cy="517800"/>
          </a:xfrm>
          <a:prstGeom prst="rect">
            <a:avLst/>
          </a:prstGeom>
          <a:noFill/>
          <a:ln>
            <a:noFill/>
          </a:ln>
        </p:spPr>
        <p:txBody>
          <a:bodyPr anchorCtr="0" anchor="t" bIns="91425" lIns="0" spcFirstLastPara="1" rIns="0" wrap="square" tIns="91425">
            <a:noAutofit/>
          </a:bodyPr>
          <a:lstStyle/>
          <a:p>
            <a:pPr indent="0" lvl="0" marL="0" rtl="0" algn="l">
              <a:lnSpc>
                <a:spcPct val="115000"/>
              </a:lnSpc>
              <a:spcBef>
                <a:spcPts val="900"/>
              </a:spcBef>
              <a:spcAft>
                <a:spcPts val="900"/>
              </a:spcAft>
              <a:buSzPts val="900"/>
              <a:buNone/>
            </a:pPr>
            <a:r>
              <a:rPr lang="en-US" sz="1000">
                <a:latin typeface="Poppins SemiBold"/>
                <a:ea typeface="Poppins SemiBold"/>
                <a:cs typeface="Poppins SemiBold"/>
                <a:sym typeface="Poppins SemiBold"/>
              </a:rPr>
              <a:t>Empower people and organizations to effectively track, manage, and influence policy, regulatory and decision-making processes at the local and state government level from anywhere in the world with their mobile device.</a:t>
            </a:r>
            <a:endParaRPr sz="1000">
              <a:solidFill>
                <a:srgbClr val="0D0D0D"/>
              </a:solidFill>
              <a:latin typeface="Poppins SemiBold"/>
              <a:ea typeface="Poppins SemiBold"/>
              <a:cs typeface="Poppins SemiBold"/>
              <a:sym typeface="Poppins SemiBold"/>
            </a:endParaRPr>
          </a:p>
        </p:txBody>
      </p:sp>
      <p:sp>
        <p:nvSpPr>
          <p:cNvPr id="66" name="Google Shape;66;g2772ac48db5_0_17"/>
          <p:cNvSpPr txBox="1"/>
          <p:nvPr>
            <p:ph idx="2" type="body"/>
          </p:nvPr>
        </p:nvSpPr>
        <p:spPr>
          <a:xfrm>
            <a:off x="5316564" y="2033204"/>
            <a:ext cx="2688900" cy="517800"/>
          </a:xfrm>
          <a:prstGeom prst="rect">
            <a:avLst/>
          </a:prstGeom>
          <a:noFill/>
          <a:ln>
            <a:noFill/>
          </a:ln>
        </p:spPr>
        <p:txBody>
          <a:bodyPr anchorCtr="0" anchor="t" bIns="91425" lIns="0" spcFirstLastPara="1" rIns="0" wrap="square" tIns="91425">
            <a:noAutofit/>
          </a:bodyPr>
          <a:lstStyle/>
          <a:p>
            <a:pPr indent="0" lvl="0" marL="0" rtl="0" algn="l">
              <a:lnSpc>
                <a:spcPct val="115000"/>
              </a:lnSpc>
              <a:spcBef>
                <a:spcPts val="900"/>
              </a:spcBef>
              <a:spcAft>
                <a:spcPts val="900"/>
              </a:spcAft>
              <a:buSzPts val="900"/>
              <a:buNone/>
            </a:pPr>
            <a:r>
              <a:rPr lang="en-US" sz="1000">
                <a:latin typeface="Poppins SemiBold"/>
                <a:ea typeface="Poppins SemiBold"/>
                <a:cs typeface="Poppins SemiBold"/>
                <a:sym typeface="Poppins SemiBold"/>
              </a:rPr>
              <a:t>Establish Record Vote as the global leader in advanced mobile technology applications that revolutionize the way people interact with their local and state governments.</a:t>
            </a:r>
            <a:endParaRPr sz="1000">
              <a:solidFill>
                <a:srgbClr val="0D0D0D"/>
              </a:solidFill>
              <a:latin typeface="Poppins SemiBold"/>
              <a:ea typeface="Poppins SemiBold"/>
              <a:cs typeface="Poppins SemiBold"/>
              <a:sym typeface="Poppins SemiBo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9F9"/>
        </a:solidFill>
      </p:bgPr>
    </p:bg>
    <p:spTree>
      <p:nvGrpSpPr>
        <p:cNvPr id="70" name="Shape 70"/>
        <p:cNvGrpSpPr/>
        <p:nvPr/>
      </p:nvGrpSpPr>
      <p:grpSpPr>
        <a:xfrm>
          <a:off x="0" y="0"/>
          <a:ext cx="0" cy="0"/>
          <a:chOff x="0" y="0"/>
          <a:chExt cx="0" cy="0"/>
        </a:xfrm>
      </p:grpSpPr>
      <p:sp>
        <p:nvSpPr>
          <p:cNvPr id="71" name="Google Shape;71;p6"/>
          <p:cNvSpPr/>
          <p:nvPr/>
        </p:nvSpPr>
        <p:spPr>
          <a:xfrm>
            <a:off x="476250" y="476250"/>
            <a:ext cx="8191500" cy="4191000"/>
          </a:xfrm>
          <a:prstGeom prst="roundRect">
            <a:avLst>
              <a:gd fmla="val 9091" name="adj"/>
            </a:avLst>
          </a:prstGeom>
          <a:solidFill>
            <a:srgbClr val="FFFF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Poppins"/>
              <a:buNone/>
            </a:pPr>
            <a:r>
              <a:t/>
            </a:r>
            <a:endParaRPr b="0" i="0" sz="900" u="none" cap="none" strike="noStrike">
              <a:solidFill>
                <a:srgbClr val="0D0D0D"/>
              </a:solidFill>
              <a:latin typeface="Poppins Light"/>
              <a:ea typeface="Poppins Light"/>
              <a:cs typeface="Poppins Light"/>
              <a:sym typeface="Poppins Light"/>
            </a:endParaRPr>
          </a:p>
        </p:txBody>
      </p:sp>
      <p:sp>
        <p:nvSpPr>
          <p:cNvPr id="72" name="Google Shape;72;p6"/>
          <p:cNvSpPr txBox="1"/>
          <p:nvPr/>
        </p:nvSpPr>
        <p:spPr>
          <a:xfrm>
            <a:off x="952500" y="1601800"/>
            <a:ext cx="3505200" cy="2592900"/>
          </a:xfrm>
          <a:prstGeom prst="rect">
            <a:avLst/>
          </a:prstGeom>
          <a:noFill/>
          <a:ln>
            <a:noFill/>
          </a:ln>
        </p:spPr>
        <p:txBody>
          <a:bodyPr anchorCtr="0" anchor="t" bIns="19050" lIns="19050" spcFirstLastPara="1" rIns="19050" wrap="square" tIns="19050">
            <a:noAutofit/>
          </a:bodyPr>
          <a:lstStyle/>
          <a:p>
            <a:pPr indent="-298450" lvl="0" marL="457200" marR="0" rtl="0" algn="l">
              <a:lnSpc>
                <a:spcPct val="150000"/>
              </a:lnSpc>
              <a:spcBef>
                <a:spcPts val="0"/>
              </a:spcBef>
              <a:spcAft>
                <a:spcPts val="0"/>
              </a:spcAft>
              <a:buClr>
                <a:srgbClr val="0D0D0D"/>
              </a:buClr>
              <a:buSzPts val="1100"/>
              <a:buFont typeface="Poppins Light"/>
              <a:buChar char="●"/>
            </a:pPr>
            <a:r>
              <a:rPr lang="en-US" sz="1100">
                <a:solidFill>
                  <a:srgbClr val="0D0D0D"/>
                </a:solidFill>
                <a:latin typeface="Poppins Light"/>
                <a:ea typeface="Poppins Light"/>
                <a:cs typeface="Poppins Light"/>
                <a:sym typeface="Poppins Light"/>
              </a:rPr>
              <a:t>Currently</a:t>
            </a:r>
            <a:r>
              <a:rPr lang="en-US" sz="1100">
                <a:solidFill>
                  <a:srgbClr val="0D0D0D"/>
                </a:solidFill>
                <a:latin typeface="Poppins Light"/>
                <a:ea typeface="Poppins Light"/>
                <a:cs typeface="Poppins Light"/>
                <a:sym typeface="Poppins Light"/>
              </a:rPr>
              <a:t> a</a:t>
            </a:r>
            <a:r>
              <a:rPr b="0" i="0" lang="en-US" sz="1100" u="none" cap="none" strike="noStrike">
                <a:solidFill>
                  <a:srgbClr val="0D0D0D"/>
                </a:solidFill>
                <a:latin typeface="Poppins Light"/>
                <a:ea typeface="Poppins Light"/>
                <a:cs typeface="Poppins Light"/>
                <a:sym typeface="Poppins Light"/>
              </a:rPr>
              <a:t>vailable software solutions are either outdated (Telicon) or too broad (Fiscal Note, Quorum, etc..)  to meet the specific needs of Texans and those who work in the legislative space or have </a:t>
            </a:r>
            <a:r>
              <a:rPr lang="en-US" sz="1100">
                <a:solidFill>
                  <a:srgbClr val="0D0D0D"/>
                </a:solidFill>
                <a:latin typeface="Poppins Light"/>
                <a:ea typeface="Poppins Light"/>
                <a:cs typeface="Poppins Light"/>
                <a:sym typeface="Poppins Light"/>
              </a:rPr>
              <a:t>a vested interest in policies and regulations</a:t>
            </a:r>
            <a:r>
              <a:rPr b="0" i="0" lang="en-US" sz="1100" u="none" cap="none" strike="noStrike">
                <a:solidFill>
                  <a:srgbClr val="0D0D0D"/>
                </a:solidFill>
                <a:latin typeface="Poppins Light"/>
                <a:ea typeface="Poppins Light"/>
                <a:cs typeface="Poppins Light"/>
                <a:sym typeface="Poppins Light"/>
              </a:rPr>
              <a:t>.</a:t>
            </a:r>
            <a:br>
              <a:rPr b="0" i="0" lang="en-US" sz="1100" u="none" cap="none" strike="noStrike">
                <a:solidFill>
                  <a:srgbClr val="0D0D0D"/>
                </a:solidFill>
                <a:latin typeface="Poppins Light"/>
                <a:ea typeface="Poppins Light"/>
                <a:cs typeface="Poppins Light"/>
                <a:sym typeface="Poppins Light"/>
              </a:rPr>
            </a:br>
            <a:r>
              <a:rPr b="0" i="0" lang="en-US" sz="1100" u="none" cap="none" strike="noStrike">
                <a:solidFill>
                  <a:srgbClr val="0D0D0D"/>
                </a:solidFill>
                <a:latin typeface="Poppins Light"/>
                <a:ea typeface="Poppins Light"/>
                <a:cs typeface="Poppins Light"/>
                <a:sym typeface="Poppins Light"/>
              </a:rPr>
              <a:t> </a:t>
            </a:r>
            <a:endParaRPr b="0" i="0" sz="1100" u="none" cap="none" strike="noStrike">
              <a:solidFill>
                <a:srgbClr val="0D0D0D"/>
              </a:solidFill>
              <a:latin typeface="Poppins Light"/>
              <a:ea typeface="Poppins Light"/>
              <a:cs typeface="Poppins Light"/>
              <a:sym typeface="Poppins Light"/>
            </a:endParaRPr>
          </a:p>
          <a:p>
            <a:pPr indent="-298450" lvl="0" marL="457200" marR="0" rtl="0" algn="l">
              <a:lnSpc>
                <a:spcPct val="150000"/>
              </a:lnSpc>
              <a:spcBef>
                <a:spcPts val="0"/>
              </a:spcBef>
              <a:spcAft>
                <a:spcPts val="0"/>
              </a:spcAft>
              <a:buClr>
                <a:srgbClr val="0D0D0D"/>
              </a:buClr>
              <a:buSzPts val="1100"/>
              <a:buFont typeface="Poppins Light"/>
              <a:buChar char="●"/>
            </a:pPr>
            <a:r>
              <a:rPr b="0" i="0" lang="en-US" sz="1100" u="none" cap="none" strike="noStrike">
                <a:solidFill>
                  <a:srgbClr val="0D0D0D"/>
                </a:solidFill>
                <a:latin typeface="Poppins Light"/>
                <a:ea typeface="Poppins Light"/>
                <a:cs typeface="Poppins Light"/>
                <a:sym typeface="Poppins Light"/>
              </a:rPr>
              <a:t>Our goal is to fill this te</a:t>
            </a:r>
            <a:r>
              <a:rPr lang="en-US" sz="1100">
                <a:solidFill>
                  <a:srgbClr val="0D0D0D"/>
                </a:solidFill>
                <a:latin typeface="Poppins Light"/>
                <a:ea typeface="Poppins Light"/>
                <a:cs typeface="Poppins Light"/>
                <a:sym typeface="Poppins Light"/>
              </a:rPr>
              <a:t>chnology</a:t>
            </a:r>
            <a:r>
              <a:rPr b="0" i="0" lang="en-US" sz="1100" u="none" cap="none" strike="noStrike">
                <a:solidFill>
                  <a:srgbClr val="0D0D0D"/>
                </a:solidFill>
                <a:latin typeface="Poppins Light"/>
                <a:ea typeface="Poppins Light"/>
                <a:cs typeface="Poppins Light"/>
                <a:sym typeface="Poppins Light"/>
              </a:rPr>
              <a:t> gap and provide Texans with a modern, user-friendly tool that keeps them informed and empowered to influence.</a:t>
            </a:r>
            <a:endParaRPr b="0" i="0" sz="1100" u="none" cap="none" strike="noStrike">
              <a:solidFill>
                <a:srgbClr val="0D0D0D"/>
              </a:solidFill>
              <a:latin typeface="Poppins Light"/>
              <a:ea typeface="Poppins Light"/>
              <a:cs typeface="Poppins Light"/>
              <a:sym typeface="Poppins Light"/>
            </a:endParaRPr>
          </a:p>
        </p:txBody>
      </p:sp>
      <p:sp>
        <p:nvSpPr>
          <p:cNvPr id="73" name="Google Shape;73;p6"/>
          <p:cNvSpPr txBox="1"/>
          <p:nvPr/>
        </p:nvSpPr>
        <p:spPr>
          <a:xfrm>
            <a:off x="952500" y="911225"/>
            <a:ext cx="3667200" cy="438600"/>
          </a:xfrm>
          <a:prstGeom prst="rect">
            <a:avLst/>
          </a:prstGeom>
          <a:noFill/>
          <a:ln>
            <a:noFill/>
          </a:ln>
        </p:spPr>
        <p:txBody>
          <a:bodyPr anchorCtr="0" anchor="t" bIns="19050" lIns="19050" spcFirstLastPara="1" rIns="19050" wrap="square" tIns="19050">
            <a:spAutoFit/>
          </a:bodyPr>
          <a:lstStyle/>
          <a:p>
            <a:pPr indent="0" lvl="0" marL="0" marR="0" rtl="0" algn="l">
              <a:lnSpc>
                <a:spcPct val="120000"/>
              </a:lnSpc>
              <a:spcBef>
                <a:spcPts val="0"/>
              </a:spcBef>
              <a:spcAft>
                <a:spcPts val="0"/>
              </a:spcAft>
              <a:buClr>
                <a:srgbClr val="0D0D0D"/>
              </a:buClr>
              <a:buSzPts val="2600"/>
              <a:buFont typeface="Poppins SemiBold"/>
              <a:buNone/>
            </a:pPr>
            <a:r>
              <a:rPr b="0" i="0" lang="en-US" sz="2600" u="none" cap="none" strike="noStrike">
                <a:solidFill>
                  <a:srgbClr val="0D0D0D"/>
                </a:solidFill>
                <a:latin typeface="Poppins SemiBold"/>
                <a:ea typeface="Poppins SemiBold"/>
                <a:cs typeface="Poppins SemiBold"/>
                <a:sym typeface="Poppins SemiBold"/>
              </a:rPr>
              <a:t>Problem</a:t>
            </a:r>
            <a:endParaRPr b="0" i="0" sz="5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0"/>
          <p:cNvSpPr/>
          <p:nvPr/>
        </p:nvSpPr>
        <p:spPr>
          <a:xfrm>
            <a:off x="3792750" y="975800"/>
            <a:ext cx="4959300" cy="4104900"/>
          </a:xfrm>
          <a:prstGeom prst="roundRect">
            <a:avLst>
              <a:gd fmla="val 8097"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10"/>
          <p:cNvSpPr txBox="1"/>
          <p:nvPr>
            <p:ph type="title"/>
          </p:nvPr>
        </p:nvSpPr>
        <p:spPr>
          <a:xfrm>
            <a:off x="456047" y="403100"/>
            <a:ext cx="2593500" cy="57270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SzPts val="3000"/>
              <a:buNone/>
            </a:pPr>
            <a:r>
              <a:rPr lang="en-US"/>
              <a:t>Market Opportunity</a:t>
            </a:r>
            <a:endParaRPr/>
          </a:p>
        </p:txBody>
      </p:sp>
      <p:pic>
        <p:nvPicPr>
          <p:cNvPr id="80" name="Google Shape;80;p10"/>
          <p:cNvPicPr preferRelativeResize="0"/>
          <p:nvPr/>
        </p:nvPicPr>
        <p:blipFill rotWithShape="1">
          <a:blip r:embed="rId3">
            <a:alphaModFix/>
          </a:blip>
          <a:srcRect b="0" l="0" r="0" t="0"/>
          <a:stretch/>
        </p:blipFill>
        <p:spPr>
          <a:xfrm>
            <a:off x="456054" y="1586248"/>
            <a:ext cx="3170225" cy="3113526"/>
          </a:xfrm>
          <a:prstGeom prst="rect">
            <a:avLst/>
          </a:prstGeom>
          <a:noFill/>
          <a:ln>
            <a:noFill/>
          </a:ln>
        </p:spPr>
      </p:pic>
      <p:sp>
        <p:nvSpPr>
          <p:cNvPr id="81" name="Google Shape;81;p10"/>
          <p:cNvSpPr txBox="1"/>
          <p:nvPr/>
        </p:nvSpPr>
        <p:spPr>
          <a:xfrm>
            <a:off x="4122000" y="1480713"/>
            <a:ext cx="4550700" cy="33246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000"/>
              <a:buFont typeface="Arial"/>
              <a:buNone/>
            </a:pPr>
            <a:r>
              <a:rPr b="1" i="0" lang="en-US" sz="1000" u="none" cap="none" strike="noStrike">
                <a:solidFill>
                  <a:schemeClr val="dk1"/>
                </a:solidFill>
                <a:latin typeface="Poppins Light"/>
                <a:ea typeface="Poppins Light"/>
                <a:cs typeface="Poppins Light"/>
                <a:sym typeface="Poppins Light"/>
              </a:rPr>
              <a:t>450 </a:t>
            </a:r>
            <a:r>
              <a:rPr b="0" i="0" lang="en-US" sz="1000" u="none" cap="none" strike="noStrike">
                <a:solidFill>
                  <a:schemeClr val="dk1"/>
                </a:solidFill>
                <a:latin typeface="Poppins Light"/>
                <a:ea typeface="Poppins Light"/>
                <a:cs typeface="Poppins Light"/>
                <a:sym typeface="Poppins Light"/>
              </a:rPr>
              <a:t>- public/private colleges &amp; universities</a:t>
            </a:r>
            <a:endParaRPr b="0" i="0" sz="1000" u="none" cap="none" strike="noStrike">
              <a:solidFill>
                <a:srgbClr val="000000"/>
              </a:solidFill>
              <a:latin typeface="Arial"/>
              <a:ea typeface="Arial"/>
              <a:cs typeface="Arial"/>
              <a:sym typeface="Arial"/>
            </a:endParaRPr>
          </a:p>
          <a:p>
            <a:pPr indent="-285750" lvl="0" marL="285750" marR="0" rtl="0" algn="l">
              <a:lnSpc>
                <a:spcPct val="100000"/>
              </a:lnSpc>
              <a:spcBef>
                <a:spcPts val="1200"/>
              </a:spcBef>
              <a:spcAft>
                <a:spcPts val="0"/>
              </a:spcAft>
              <a:buClr>
                <a:srgbClr val="000000"/>
              </a:buClr>
              <a:buSzPts val="1000"/>
              <a:buFont typeface="Arial"/>
              <a:buNone/>
            </a:pPr>
            <a:r>
              <a:rPr b="1" i="0" lang="en-US" sz="1000" u="none" cap="none" strike="noStrike">
                <a:solidFill>
                  <a:schemeClr val="dk1"/>
                </a:solidFill>
                <a:latin typeface="Poppins Light"/>
                <a:ea typeface="Poppins Light"/>
                <a:cs typeface="Poppins Light"/>
                <a:sym typeface="Poppins Light"/>
              </a:rPr>
              <a:t>250</a:t>
            </a:r>
            <a:r>
              <a:rPr b="0" i="0" lang="en-US" sz="1000" u="none" cap="none" strike="noStrike">
                <a:solidFill>
                  <a:schemeClr val="dk1"/>
                </a:solidFill>
                <a:latin typeface="Poppins Light"/>
                <a:ea typeface="Poppins Light"/>
                <a:cs typeface="Poppins Light"/>
                <a:sym typeface="Poppins Light"/>
              </a:rPr>
              <a:t> - stakeholder/business lobby days at the capitol</a:t>
            </a:r>
            <a:endParaRPr b="0" i="0" sz="1000" u="none" cap="none" strike="noStrike">
              <a:solidFill>
                <a:srgbClr val="000000"/>
              </a:solidFill>
              <a:latin typeface="Arial"/>
              <a:ea typeface="Arial"/>
              <a:cs typeface="Arial"/>
              <a:sym typeface="Arial"/>
            </a:endParaRPr>
          </a:p>
          <a:p>
            <a:pPr indent="-285750" lvl="0" marL="285750" marR="0" rtl="0" algn="l">
              <a:lnSpc>
                <a:spcPct val="100000"/>
              </a:lnSpc>
              <a:spcBef>
                <a:spcPts val="1200"/>
              </a:spcBef>
              <a:spcAft>
                <a:spcPts val="0"/>
              </a:spcAft>
              <a:buClr>
                <a:srgbClr val="000000"/>
              </a:buClr>
              <a:buSzPts val="1000"/>
              <a:buFont typeface="Arial"/>
              <a:buNone/>
            </a:pPr>
            <a:r>
              <a:rPr b="1" i="0" lang="en-US" sz="1000" u="none" cap="none" strike="noStrike">
                <a:solidFill>
                  <a:schemeClr val="dk1"/>
                </a:solidFill>
                <a:latin typeface="Poppins Light"/>
                <a:ea typeface="Poppins Light"/>
                <a:cs typeface="Poppins Light"/>
                <a:sym typeface="Poppins Light"/>
              </a:rPr>
              <a:t>5,000+</a:t>
            </a:r>
            <a:r>
              <a:rPr b="0" i="0" lang="en-US" sz="1000" u="none" cap="none" strike="noStrike">
                <a:solidFill>
                  <a:schemeClr val="dk1"/>
                </a:solidFill>
                <a:latin typeface="Poppins Light"/>
                <a:ea typeface="Poppins Light"/>
                <a:cs typeface="Poppins Light"/>
                <a:sym typeface="Poppins Light"/>
              </a:rPr>
              <a:t> registered lobbyists representing over </a:t>
            </a:r>
            <a:r>
              <a:rPr b="1" i="0" lang="en-US" sz="1000" u="none" cap="none" strike="noStrike">
                <a:solidFill>
                  <a:schemeClr val="dk1"/>
                </a:solidFill>
                <a:latin typeface="Poppins Light"/>
                <a:ea typeface="Poppins Light"/>
                <a:cs typeface="Poppins Light"/>
                <a:sym typeface="Poppins Light"/>
              </a:rPr>
              <a:t>20,000</a:t>
            </a:r>
            <a:r>
              <a:rPr b="0" i="0" lang="en-US" sz="1000" u="none" cap="none" strike="noStrike">
                <a:solidFill>
                  <a:schemeClr val="dk1"/>
                </a:solidFill>
                <a:latin typeface="Poppins Light"/>
                <a:ea typeface="Poppins Light"/>
                <a:cs typeface="Poppins Light"/>
                <a:sym typeface="Poppins Light"/>
              </a:rPr>
              <a:t> businesses &amp; organizations</a:t>
            </a:r>
            <a:endParaRPr b="0" i="0" sz="1000" u="none" cap="none" strike="noStrike">
              <a:solidFill>
                <a:srgbClr val="000000"/>
              </a:solidFill>
              <a:latin typeface="Arial"/>
              <a:ea typeface="Arial"/>
              <a:cs typeface="Arial"/>
              <a:sym typeface="Arial"/>
            </a:endParaRPr>
          </a:p>
          <a:p>
            <a:pPr indent="-285750" lvl="0" marL="285750" marR="0" rtl="0" algn="l">
              <a:lnSpc>
                <a:spcPct val="100000"/>
              </a:lnSpc>
              <a:spcBef>
                <a:spcPts val="1200"/>
              </a:spcBef>
              <a:spcAft>
                <a:spcPts val="0"/>
              </a:spcAft>
              <a:buClr>
                <a:srgbClr val="000000"/>
              </a:buClr>
              <a:buSzPts val="1000"/>
              <a:buFont typeface="Arial"/>
              <a:buNone/>
            </a:pPr>
            <a:r>
              <a:rPr b="1" i="0" lang="en-US" sz="1000" u="none" cap="none" strike="noStrike">
                <a:solidFill>
                  <a:schemeClr val="dk1"/>
                </a:solidFill>
                <a:latin typeface="Poppins Light"/>
                <a:ea typeface="Poppins Light"/>
                <a:cs typeface="Poppins Light"/>
                <a:sym typeface="Poppins Light"/>
              </a:rPr>
              <a:t>110,000</a:t>
            </a:r>
            <a:r>
              <a:rPr b="0" i="0" lang="en-US" sz="1000" u="none" cap="none" strike="noStrike">
                <a:solidFill>
                  <a:schemeClr val="dk1"/>
                </a:solidFill>
                <a:latin typeface="Poppins Light"/>
                <a:ea typeface="Poppins Light"/>
                <a:cs typeface="Poppins Light"/>
                <a:sym typeface="Poppins Light"/>
              </a:rPr>
              <a:t> nonprofits = $217B in expenditures &amp; $110B toward TX GDP</a:t>
            </a:r>
            <a:endParaRPr b="0" i="0" sz="1000" u="none" cap="none" strike="noStrike">
              <a:solidFill>
                <a:srgbClr val="000000"/>
              </a:solidFill>
              <a:latin typeface="Arial"/>
              <a:ea typeface="Arial"/>
              <a:cs typeface="Arial"/>
              <a:sym typeface="Arial"/>
            </a:endParaRPr>
          </a:p>
          <a:p>
            <a:pPr indent="-285750" lvl="0" marL="285750" marR="0" rtl="0" algn="l">
              <a:lnSpc>
                <a:spcPct val="100000"/>
              </a:lnSpc>
              <a:spcBef>
                <a:spcPts val="1200"/>
              </a:spcBef>
              <a:spcAft>
                <a:spcPts val="0"/>
              </a:spcAft>
              <a:buClr>
                <a:srgbClr val="000000"/>
              </a:buClr>
              <a:buSzPts val="1000"/>
              <a:buFont typeface="Arial"/>
              <a:buNone/>
            </a:pPr>
            <a:r>
              <a:rPr b="1" i="0" lang="en-US" sz="1000" u="none" cap="none" strike="noStrike">
                <a:solidFill>
                  <a:schemeClr val="dk1"/>
                </a:solidFill>
                <a:latin typeface="Poppins Light"/>
                <a:ea typeface="Poppins Light"/>
                <a:cs typeface="Poppins Light"/>
                <a:sym typeface="Poppins Light"/>
              </a:rPr>
              <a:t>4,700+</a:t>
            </a:r>
            <a:r>
              <a:rPr b="0" i="0" lang="en-US" sz="1000" u="none" cap="none" strike="noStrike">
                <a:solidFill>
                  <a:schemeClr val="dk1"/>
                </a:solidFill>
                <a:latin typeface="Poppins Light"/>
                <a:ea typeface="Poppins Light"/>
                <a:cs typeface="Poppins Light"/>
                <a:sym typeface="Poppins Light"/>
              </a:rPr>
              <a:t> business and industry associations</a:t>
            </a:r>
            <a:endParaRPr b="0" i="0" sz="1000" u="none" cap="none" strike="noStrike">
              <a:solidFill>
                <a:srgbClr val="000000"/>
              </a:solidFill>
              <a:latin typeface="Arial"/>
              <a:ea typeface="Arial"/>
              <a:cs typeface="Arial"/>
              <a:sym typeface="Arial"/>
            </a:endParaRPr>
          </a:p>
          <a:p>
            <a:pPr indent="-285750" lvl="0" marL="285750" marR="0" rtl="0" algn="l">
              <a:lnSpc>
                <a:spcPct val="100000"/>
              </a:lnSpc>
              <a:spcBef>
                <a:spcPts val="1200"/>
              </a:spcBef>
              <a:spcAft>
                <a:spcPts val="0"/>
              </a:spcAft>
              <a:buClr>
                <a:srgbClr val="000000"/>
              </a:buClr>
              <a:buSzPts val="1000"/>
              <a:buFont typeface="Arial"/>
              <a:buNone/>
            </a:pPr>
            <a:r>
              <a:rPr b="1" i="0" lang="en-US" sz="1000" u="none" cap="none" strike="noStrike">
                <a:solidFill>
                  <a:schemeClr val="dk1"/>
                </a:solidFill>
                <a:latin typeface="Poppins Light"/>
                <a:ea typeface="Poppins Light"/>
                <a:cs typeface="Poppins Light"/>
                <a:sym typeface="Poppins Light"/>
              </a:rPr>
              <a:t>4,000</a:t>
            </a:r>
            <a:r>
              <a:rPr b="0" i="0" lang="en-US" sz="1000" u="none" cap="none" strike="noStrike">
                <a:solidFill>
                  <a:schemeClr val="dk1"/>
                </a:solidFill>
                <a:latin typeface="Poppins Light"/>
                <a:ea typeface="Poppins Light"/>
                <a:cs typeface="Poppins Light"/>
                <a:sym typeface="Poppins Light"/>
              </a:rPr>
              <a:t> Trade/Professional associations and Chambers of Commerce</a:t>
            </a:r>
            <a:endParaRPr b="0" i="0" sz="1000" u="none" cap="none" strike="noStrike">
              <a:solidFill>
                <a:srgbClr val="000000"/>
              </a:solidFill>
              <a:latin typeface="Arial"/>
              <a:ea typeface="Arial"/>
              <a:cs typeface="Arial"/>
              <a:sym typeface="Arial"/>
            </a:endParaRPr>
          </a:p>
          <a:p>
            <a:pPr indent="-285750" lvl="0" marL="285750" marR="0" rtl="0" algn="l">
              <a:lnSpc>
                <a:spcPct val="100000"/>
              </a:lnSpc>
              <a:spcBef>
                <a:spcPts val="1200"/>
              </a:spcBef>
              <a:spcAft>
                <a:spcPts val="0"/>
              </a:spcAft>
              <a:buClr>
                <a:srgbClr val="000000"/>
              </a:buClr>
              <a:buSzPts val="1000"/>
              <a:buFont typeface="Arial"/>
              <a:buNone/>
            </a:pPr>
            <a:r>
              <a:rPr b="1" i="0" lang="en-US" sz="1000" u="none" cap="none" strike="noStrike">
                <a:solidFill>
                  <a:schemeClr val="dk1"/>
                </a:solidFill>
                <a:latin typeface="Poppins Light"/>
                <a:ea typeface="Poppins Light"/>
                <a:cs typeface="Poppins Light"/>
                <a:sym typeface="Poppins Light"/>
              </a:rPr>
              <a:t>517</a:t>
            </a:r>
            <a:r>
              <a:rPr b="0" i="0" lang="en-US" sz="1000" u="none" cap="none" strike="noStrike">
                <a:solidFill>
                  <a:schemeClr val="dk1"/>
                </a:solidFill>
                <a:latin typeface="Poppins Light"/>
                <a:ea typeface="Poppins Light"/>
                <a:cs typeface="Poppins Light"/>
                <a:sym typeface="Poppins Light"/>
              </a:rPr>
              <a:t> - For-profit, state, and non-profit hospitals</a:t>
            </a:r>
            <a:endParaRPr b="0" i="0" sz="1000" u="none" cap="none" strike="noStrike">
              <a:solidFill>
                <a:srgbClr val="000000"/>
              </a:solidFill>
              <a:latin typeface="Arial"/>
              <a:ea typeface="Arial"/>
              <a:cs typeface="Arial"/>
              <a:sym typeface="Arial"/>
            </a:endParaRPr>
          </a:p>
          <a:p>
            <a:pPr indent="-285750" lvl="0" marL="285750" marR="0" rtl="0" algn="l">
              <a:lnSpc>
                <a:spcPct val="100000"/>
              </a:lnSpc>
              <a:spcBef>
                <a:spcPts val="1200"/>
              </a:spcBef>
              <a:spcAft>
                <a:spcPts val="0"/>
              </a:spcAft>
              <a:buClr>
                <a:srgbClr val="000000"/>
              </a:buClr>
              <a:buSzPts val="1000"/>
              <a:buFont typeface="Arial"/>
              <a:buNone/>
            </a:pPr>
            <a:r>
              <a:rPr b="1" i="0" lang="en-US" sz="1000" u="none" cap="none" strike="noStrike">
                <a:solidFill>
                  <a:schemeClr val="dk1"/>
                </a:solidFill>
                <a:latin typeface="Poppins Light"/>
                <a:ea typeface="Poppins Light"/>
                <a:cs typeface="Poppins Light"/>
                <a:sym typeface="Poppins Light"/>
              </a:rPr>
              <a:t>1,221</a:t>
            </a:r>
            <a:r>
              <a:rPr b="0" i="0" lang="en-US" sz="1000" u="none" cap="none" strike="noStrike">
                <a:solidFill>
                  <a:schemeClr val="dk1"/>
                </a:solidFill>
                <a:latin typeface="Poppins Light"/>
                <a:ea typeface="Poppins Light"/>
                <a:cs typeface="Poppins Light"/>
                <a:sym typeface="Poppins Light"/>
              </a:rPr>
              <a:t> -Active municipalities, including 970 cities, 228 towns, and 23 villages</a:t>
            </a:r>
            <a:endParaRPr b="0" i="0" sz="1000" u="none" cap="none" strike="noStrike">
              <a:solidFill>
                <a:srgbClr val="000000"/>
              </a:solidFill>
              <a:latin typeface="Arial"/>
              <a:ea typeface="Arial"/>
              <a:cs typeface="Arial"/>
              <a:sym typeface="Arial"/>
            </a:endParaRPr>
          </a:p>
          <a:p>
            <a:pPr indent="-285750" lvl="0" marL="285750" marR="0" rtl="0" algn="l">
              <a:lnSpc>
                <a:spcPct val="100000"/>
              </a:lnSpc>
              <a:spcBef>
                <a:spcPts val="1200"/>
              </a:spcBef>
              <a:spcAft>
                <a:spcPts val="0"/>
              </a:spcAft>
              <a:buClr>
                <a:srgbClr val="000000"/>
              </a:buClr>
              <a:buSzPts val="1000"/>
              <a:buFont typeface="Arial"/>
              <a:buNone/>
            </a:pPr>
            <a:r>
              <a:rPr b="1" i="0" lang="en-US" sz="1000" u="none" cap="none" strike="noStrike">
                <a:solidFill>
                  <a:schemeClr val="dk1"/>
                </a:solidFill>
                <a:latin typeface="Poppins Light"/>
                <a:ea typeface="Poppins Light"/>
                <a:cs typeface="Poppins Light"/>
                <a:sym typeface="Poppins Light"/>
              </a:rPr>
              <a:t>1,000+</a:t>
            </a:r>
            <a:r>
              <a:rPr b="0" i="0" lang="en-US" sz="1000" u="none" cap="none" strike="noStrike">
                <a:solidFill>
                  <a:schemeClr val="dk1"/>
                </a:solidFill>
                <a:latin typeface="Poppins Light"/>
                <a:ea typeface="Poppins Light"/>
                <a:cs typeface="Poppins Light"/>
                <a:sym typeface="Poppins Light"/>
              </a:rPr>
              <a:t> public school districts and charter schools</a:t>
            </a:r>
            <a:endParaRPr b="0" i="0" sz="1000" u="none" cap="none" strike="noStrike">
              <a:solidFill>
                <a:schemeClr val="dk1"/>
              </a:solidFill>
              <a:latin typeface="Poppins Light"/>
              <a:ea typeface="Poppins Light"/>
              <a:cs typeface="Poppins Light"/>
              <a:sym typeface="Poppins Light"/>
            </a:endParaRPr>
          </a:p>
          <a:p>
            <a:pPr indent="-285750" lvl="0" marL="285750" marR="0" rtl="0" algn="l">
              <a:lnSpc>
                <a:spcPct val="100000"/>
              </a:lnSpc>
              <a:spcBef>
                <a:spcPts val="1200"/>
              </a:spcBef>
              <a:spcAft>
                <a:spcPts val="0"/>
              </a:spcAft>
              <a:buClr>
                <a:srgbClr val="000000"/>
              </a:buClr>
              <a:buSzPts val="1000"/>
              <a:buFont typeface="Arial"/>
              <a:buNone/>
            </a:pPr>
            <a:r>
              <a:rPr lang="en-US" sz="1000">
                <a:solidFill>
                  <a:schemeClr val="dk1"/>
                </a:solidFill>
                <a:latin typeface="Poppins Light"/>
                <a:ea typeface="Poppins Light"/>
                <a:cs typeface="Poppins Light"/>
                <a:sym typeface="Poppins Light"/>
              </a:rPr>
              <a:t>29.5 Million - Texans</a:t>
            </a:r>
            <a:endParaRPr sz="1000">
              <a:solidFill>
                <a:schemeClr val="dk1"/>
              </a:solidFill>
              <a:latin typeface="Poppins Light"/>
              <a:ea typeface="Poppins Light"/>
              <a:cs typeface="Poppins Light"/>
              <a:sym typeface="Poppins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8"/>
          <p:cNvSpPr/>
          <p:nvPr/>
        </p:nvSpPr>
        <p:spPr>
          <a:xfrm>
            <a:off x="4780737" y="624750"/>
            <a:ext cx="3894000" cy="3894000"/>
          </a:xfrm>
          <a:prstGeom prst="roundRect">
            <a:avLst>
              <a:gd fmla="val 35359" name="adj"/>
            </a:avLst>
          </a:prstGeom>
          <a:solidFill>
            <a:schemeClr val="dk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Poppins"/>
              <a:buNone/>
            </a:pPr>
            <a:r>
              <a:t/>
            </a:r>
            <a:endParaRPr b="0" i="0" sz="900" u="none" cap="none" strike="noStrike">
              <a:solidFill>
                <a:srgbClr val="0D0D0D"/>
              </a:solidFill>
              <a:latin typeface="Poppins Light"/>
              <a:ea typeface="Poppins Light"/>
              <a:cs typeface="Poppins Light"/>
              <a:sym typeface="Poppins Light"/>
            </a:endParaRPr>
          </a:p>
        </p:txBody>
      </p:sp>
      <p:pic>
        <p:nvPicPr>
          <p:cNvPr descr="Image" id="87" name="Google Shape;87;p8"/>
          <p:cNvPicPr preferRelativeResize="0"/>
          <p:nvPr/>
        </p:nvPicPr>
        <p:blipFill rotWithShape="1">
          <a:blip r:embed="rId3">
            <a:alphaModFix/>
          </a:blip>
          <a:srcRect b="0" l="0" r="0" t="0"/>
          <a:stretch/>
        </p:blipFill>
        <p:spPr>
          <a:xfrm>
            <a:off x="5605325" y="413826"/>
            <a:ext cx="2244800" cy="4633550"/>
          </a:xfrm>
          <a:prstGeom prst="rect">
            <a:avLst/>
          </a:prstGeom>
          <a:noFill/>
          <a:ln>
            <a:noFill/>
          </a:ln>
        </p:spPr>
      </p:pic>
      <p:sp>
        <p:nvSpPr>
          <p:cNvPr id="88" name="Google Shape;88;p8"/>
          <p:cNvSpPr txBox="1"/>
          <p:nvPr>
            <p:ph idx="1" type="subTitle"/>
          </p:nvPr>
        </p:nvSpPr>
        <p:spPr>
          <a:xfrm>
            <a:off x="470600" y="413825"/>
            <a:ext cx="3761100" cy="3705000"/>
          </a:xfrm>
          <a:prstGeom prst="rect">
            <a:avLst/>
          </a:prstGeom>
          <a:noFill/>
          <a:ln>
            <a:noFill/>
          </a:ln>
        </p:spPr>
        <p:txBody>
          <a:bodyPr anchorCtr="0" anchor="t" bIns="91425" lIns="0" spcFirstLastPara="1" rIns="0" wrap="square" tIns="91425">
            <a:noAutofit/>
          </a:bodyPr>
          <a:lstStyle/>
          <a:p>
            <a:pPr indent="0" lvl="0" marL="0" rtl="0" algn="l">
              <a:lnSpc>
                <a:spcPct val="115000"/>
              </a:lnSpc>
              <a:spcBef>
                <a:spcPts val="0"/>
              </a:spcBef>
              <a:spcAft>
                <a:spcPts val="0"/>
              </a:spcAft>
              <a:buSzPts val="1900"/>
              <a:buNone/>
            </a:pPr>
            <a:r>
              <a:rPr lang="en-US" sz="2600"/>
              <a:t>Revolutionizing </a:t>
            </a:r>
            <a:r>
              <a:rPr lang="en-US" sz="2600"/>
              <a:t>Bill Tracking in Texas</a:t>
            </a:r>
            <a:endParaRPr sz="2600"/>
          </a:p>
          <a:p>
            <a:pPr indent="0" lvl="0" marL="0" rtl="0" algn="l">
              <a:lnSpc>
                <a:spcPct val="115000"/>
              </a:lnSpc>
              <a:spcBef>
                <a:spcPts val="0"/>
              </a:spcBef>
              <a:spcAft>
                <a:spcPts val="0"/>
              </a:spcAft>
              <a:buSzPts val="1900"/>
              <a:buNone/>
            </a:pPr>
            <a:r>
              <a:t/>
            </a:r>
            <a:endParaRPr sz="900">
              <a:latin typeface="Poppins Light"/>
              <a:ea typeface="Poppins Light"/>
              <a:cs typeface="Poppins Light"/>
              <a:sym typeface="Poppins Light"/>
            </a:endParaRPr>
          </a:p>
          <a:p>
            <a:pPr indent="0" lvl="0" marL="0" rtl="0" algn="l">
              <a:lnSpc>
                <a:spcPct val="115000"/>
              </a:lnSpc>
              <a:spcBef>
                <a:spcPts val="0"/>
              </a:spcBef>
              <a:spcAft>
                <a:spcPts val="0"/>
              </a:spcAft>
              <a:buSzPts val="1900"/>
              <a:buNone/>
            </a:pPr>
            <a:r>
              <a:rPr lang="en-US" sz="1100">
                <a:latin typeface="Poppins Light"/>
                <a:ea typeface="Poppins Light"/>
                <a:cs typeface="Poppins Light"/>
                <a:sym typeface="Poppins Light"/>
              </a:rPr>
              <a:t>Our mobile-first bill tracking experience provides a simple and intuitive user interface that is specifically designed for tracking bills and regulatory rulemaking at the Texas Capitol. </a:t>
            </a:r>
            <a:endParaRPr sz="1100">
              <a:latin typeface="Poppins Light"/>
              <a:ea typeface="Poppins Light"/>
              <a:cs typeface="Poppins Light"/>
              <a:sym typeface="Poppins Light"/>
            </a:endParaRPr>
          </a:p>
          <a:p>
            <a:pPr indent="0" lvl="0" marL="0" rtl="0" algn="l">
              <a:lnSpc>
                <a:spcPct val="115000"/>
              </a:lnSpc>
              <a:spcBef>
                <a:spcPts val="0"/>
              </a:spcBef>
              <a:spcAft>
                <a:spcPts val="0"/>
              </a:spcAft>
              <a:buSzPts val="1900"/>
              <a:buNone/>
            </a:pPr>
            <a:r>
              <a:t/>
            </a:r>
            <a:endParaRPr sz="1100">
              <a:latin typeface="Poppins Light"/>
              <a:ea typeface="Poppins Light"/>
              <a:cs typeface="Poppins Light"/>
              <a:sym typeface="Poppins Light"/>
            </a:endParaRPr>
          </a:p>
          <a:p>
            <a:pPr indent="0" lvl="0" marL="0" rtl="0" algn="l">
              <a:lnSpc>
                <a:spcPct val="115000"/>
              </a:lnSpc>
              <a:spcBef>
                <a:spcPts val="0"/>
              </a:spcBef>
              <a:spcAft>
                <a:spcPts val="0"/>
              </a:spcAft>
              <a:buSzPts val="1900"/>
              <a:buNone/>
            </a:pPr>
            <a:r>
              <a:rPr lang="en-US" sz="1100">
                <a:latin typeface="Poppins Light"/>
                <a:ea typeface="Poppins Light"/>
                <a:cs typeface="Poppins Light"/>
                <a:sym typeface="Poppins Light"/>
              </a:rPr>
              <a:t>Features such as drag-and-drop functionality, push notifications for bill alerts, and state agency rulemaking tracking, our platform is the most comprehensive and user-friendly solution available. </a:t>
            </a:r>
            <a:endParaRPr sz="1100">
              <a:latin typeface="Poppins Light"/>
              <a:ea typeface="Poppins Light"/>
              <a:cs typeface="Poppins Light"/>
              <a:sym typeface="Poppins Light"/>
            </a:endParaRPr>
          </a:p>
          <a:p>
            <a:pPr indent="0" lvl="0" marL="0" rtl="0" algn="l">
              <a:lnSpc>
                <a:spcPct val="115000"/>
              </a:lnSpc>
              <a:spcBef>
                <a:spcPts val="0"/>
              </a:spcBef>
              <a:spcAft>
                <a:spcPts val="0"/>
              </a:spcAft>
              <a:buSzPts val="1900"/>
              <a:buNone/>
            </a:pPr>
            <a:r>
              <a:t/>
            </a:r>
            <a:endParaRPr sz="1100">
              <a:latin typeface="Poppins Light"/>
              <a:ea typeface="Poppins Light"/>
              <a:cs typeface="Poppins Light"/>
              <a:sym typeface="Poppins Light"/>
            </a:endParaRPr>
          </a:p>
          <a:p>
            <a:pPr indent="0" lvl="0" marL="0" rtl="0" algn="l">
              <a:lnSpc>
                <a:spcPct val="115000"/>
              </a:lnSpc>
              <a:spcBef>
                <a:spcPts val="0"/>
              </a:spcBef>
              <a:spcAft>
                <a:spcPts val="0"/>
              </a:spcAft>
              <a:buSzPts val="1900"/>
              <a:buNone/>
            </a:pPr>
            <a:r>
              <a:rPr lang="en-US" sz="1100">
                <a:latin typeface="Poppins Light"/>
                <a:ea typeface="Poppins Light"/>
                <a:cs typeface="Poppins Light"/>
                <a:sym typeface="Poppins Light"/>
              </a:rPr>
              <a:t>Our subscription-based service provides exclusive content and features to our users, ensuring that they have access to the latest information and insights on the issues that matter most to them.</a:t>
            </a:r>
            <a:endParaRPr sz="2800"/>
          </a:p>
        </p:txBody>
      </p:sp>
      <p:sp>
        <p:nvSpPr>
          <p:cNvPr id="89" name="Google Shape;89;p8"/>
          <p:cNvSpPr txBox="1"/>
          <p:nvPr/>
        </p:nvSpPr>
        <p:spPr>
          <a:xfrm>
            <a:off x="470600" y="4658450"/>
            <a:ext cx="3469200" cy="279300"/>
          </a:xfrm>
          <a:prstGeom prst="rect">
            <a:avLst/>
          </a:prstGeom>
          <a:noFill/>
          <a:ln>
            <a:noFill/>
          </a:ln>
        </p:spPr>
        <p:txBody>
          <a:bodyPr anchorCtr="0" anchor="t" bIns="19050" lIns="19050" spcFirstLastPara="1" rIns="19050" wrap="square" tIns="19050">
            <a:noAutofit/>
          </a:bodyPr>
          <a:lstStyle/>
          <a:p>
            <a:pPr indent="0" lvl="0" marL="0" marR="0" rtl="0" algn="l">
              <a:lnSpc>
                <a:spcPct val="140000"/>
              </a:lnSpc>
              <a:spcBef>
                <a:spcPts val="0"/>
              </a:spcBef>
              <a:spcAft>
                <a:spcPts val="0"/>
              </a:spcAft>
              <a:buClr>
                <a:srgbClr val="FFFFFF"/>
              </a:buClr>
              <a:buSzPts val="900"/>
              <a:buFont typeface="Poppins SemiBold"/>
              <a:buNone/>
            </a:pPr>
            <a:r>
              <a:rPr b="0" i="0" lang="en-US" sz="900" u="none" cap="none" strike="noStrike">
                <a:solidFill>
                  <a:srgbClr val="0D0D0D"/>
                </a:solidFill>
                <a:latin typeface="Poppins SemiBold"/>
                <a:ea typeface="Poppins SemiBold"/>
                <a:cs typeface="Poppins SemiBold"/>
                <a:sym typeface="Poppins SemiBold"/>
              </a:rPr>
              <a:t>Outdated Technology, Inaccessibility</a:t>
            </a:r>
            <a:endParaRPr b="0" i="0" sz="500" u="none" cap="none" strike="noStrike">
              <a:solidFill>
                <a:srgbClr val="0D0D0D"/>
              </a:solidFill>
              <a:latin typeface="Arial"/>
              <a:ea typeface="Arial"/>
              <a:cs typeface="Arial"/>
              <a:sym typeface="Arial"/>
            </a:endParaRPr>
          </a:p>
        </p:txBody>
      </p:sp>
      <p:sp>
        <p:nvSpPr>
          <p:cNvPr id="90" name="Google Shape;90;p8"/>
          <p:cNvSpPr txBox="1"/>
          <p:nvPr/>
        </p:nvSpPr>
        <p:spPr>
          <a:xfrm>
            <a:off x="470599" y="4481459"/>
            <a:ext cx="2143200" cy="177000"/>
          </a:xfrm>
          <a:prstGeom prst="rect">
            <a:avLst/>
          </a:prstGeom>
          <a:noFill/>
          <a:ln>
            <a:noFill/>
          </a:ln>
        </p:spPr>
        <p:txBody>
          <a:bodyPr anchorCtr="0" anchor="t" bIns="19050" lIns="19050" spcFirstLastPara="1" rIns="19050" wrap="square" tIns="19050">
            <a:spAutoFit/>
          </a:bodyPr>
          <a:lstStyle/>
          <a:p>
            <a:pPr indent="0" lvl="0" marL="0" marR="0" rtl="0" algn="l">
              <a:lnSpc>
                <a:spcPct val="150000"/>
              </a:lnSpc>
              <a:spcBef>
                <a:spcPts val="0"/>
              </a:spcBef>
              <a:spcAft>
                <a:spcPts val="0"/>
              </a:spcAft>
              <a:buClr>
                <a:srgbClr val="FFFFFF"/>
              </a:buClr>
              <a:buSzPts val="900"/>
              <a:buFont typeface="Poppins Light"/>
              <a:buNone/>
            </a:pPr>
            <a:r>
              <a:rPr b="0" i="0" lang="en-US" sz="900" u="none" cap="none" strike="noStrike">
                <a:solidFill>
                  <a:srgbClr val="0D0D0D"/>
                </a:solidFill>
                <a:latin typeface="Poppins Light"/>
                <a:ea typeface="Poppins Light"/>
                <a:cs typeface="Poppins Light"/>
                <a:sym typeface="Poppins Light"/>
              </a:rPr>
              <a:t>Pain points being solved</a:t>
            </a:r>
            <a:endParaRPr b="0" i="0" sz="500" u="none" cap="none" strike="noStrike">
              <a:solidFill>
                <a:srgbClr val="0D0D0D"/>
              </a:solidFill>
              <a:latin typeface="Arial"/>
              <a:ea typeface="Arial"/>
              <a:cs typeface="Arial"/>
              <a:sym typeface="Arial"/>
            </a:endParaRPr>
          </a:p>
        </p:txBody>
      </p:sp>
      <p:sp>
        <p:nvSpPr>
          <p:cNvPr id="91" name="Google Shape;91;p8"/>
          <p:cNvSpPr txBox="1"/>
          <p:nvPr/>
        </p:nvSpPr>
        <p:spPr>
          <a:xfrm>
            <a:off x="5845644" y="995082"/>
            <a:ext cx="1751945" cy="3734592"/>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595959"/>
              </a:buClr>
              <a:buSzPts val="1800"/>
              <a:buFont typeface="Arial"/>
              <a:buNone/>
            </a:pPr>
            <a:r>
              <a:rPr b="0" i="0" lang="en-US" sz="900" u="none" cap="none" strike="noStrike">
                <a:solidFill>
                  <a:srgbClr val="E6E6E6"/>
                </a:solidFill>
                <a:latin typeface="Poppins"/>
                <a:ea typeface="Poppins"/>
                <a:cs typeface="Poppins"/>
                <a:sym typeface="Poppins"/>
              </a:rPr>
              <a:t>Streamlined bill tracking</a:t>
            </a:r>
            <a:endParaRPr b="0" i="0" sz="900" u="none" cap="none" strike="noStrike">
              <a:solidFill>
                <a:srgbClr val="000000"/>
              </a:solidFill>
              <a:latin typeface="Poppins"/>
              <a:ea typeface="Poppins"/>
              <a:cs typeface="Poppins"/>
              <a:sym typeface="Poppins"/>
            </a:endParaRPr>
          </a:p>
          <a:p>
            <a:pPr indent="0" lvl="0" marL="0" marR="0" rtl="0" algn="ctr">
              <a:lnSpc>
                <a:spcPct val="115000"/>
              </a:lnSpc>
              <a:spcBef>
                <a:spcPts val="0"/>
              </a:spcBef>
              <a:spcAft>
                <a:spcPts val="0"/>
              </a:spcAft>
              <a:buClr>
                <a:srgbClr val="595959"/>
              </a:buClr>
              <a:buSzPts val="1800"/>
              <a:buFont typeface="Arial"/>
              <a:buNone/>
            </a:pPr>
            <a:r>
              <a:t/>
            </a:r>
            <a:endParaRPr b="0" i="0" sz="900" u="none" cap="none" strike="noStrike">
              <a:solidFill>
                <a:srgbClr val="E6E6E6"/>
              </a:solidFill>
              <a:latin typeface="Poppins"/>
              <a:ea typeface="Poppins"/>
              <a:cs typeface="Poppins"/>
              <a:sym typeface="Poppins"/>
            </a:endParaRPr>
          </a:p>
          <a:p>
            <a:pPr indent="0" lvl="0" marL="0" marR="0" rtl="0" algn="ctr">
              <a:lnSpc>
                <a:spcPct val="115000"/>
              </a:lnSpc>
              <a:spcBef>
                <a:spcPts val="0"/>
              </a:spcBef>
              <a:spcAft>
                <a:spcPts val="0"/>
              </a:spcAft>
              <a:buClr>
                <a:srgbClr val="595959"/>
              </a:buClr>
              <a:buSzPts val="1800"/>
              <a:buFont typeface="Arial"/>
              <a:buNone/>
            </a:pPr>
            <a:r>
              <a:rPr b="0" i="0" lang="en-US" sz="900" u="none" cap="none" strike="noStrike">
                <a:solidFill>
                  <a:srgbClr val="E6E6E6"/>
                </a:solidFill>
                <a:latin typeface="Poppins"/>
                <a:ea typeface="Poppins"/>
                <a:cs typeface="Poppins"/>
                <a:sym typeface="Poppins"/>
              </a:rPr>
              <a:t>Efficient search tools for legislation, state statutes, legislative rules and agency rulemaking</a:t>
            </a:r>
            <a:endParaRPr b="0" i="0" sz="900" u="none" cap="none" strike="noStrike">
              <a:solidFill>
                <a:srgbClr val="000000"/>
              </a:solidFill>
              <a:latin typeface="Poppins"/>
              <a:ea typeface="Poppins"/>
              <a:cs typeface="Poppins"/>
              <a:sym typeface="Poppins"/>
            </a:endParaRPr>
          </a:p>
          <a:p>
            <a:pPr indent="0" lvl="0" marL="0" marR="0" rtl="0" algn="ctr">
              <a:lnSpc>
                <a:spcPct val="115000"/>
              </a:lnSpc>
              <a:spcBef>
                <a:spcPts val="0"/>
              </a:spcBef>
              <a:spcAft>
                <a:spcPts val="0"/>
              </a:spcAft>
              <a:buClr>
                <a:srgbClr val="595959"/>
              </a:buClr>
              <a:buSzPts val="1800"/>
              <a:buFont typeface="Arial"/>
              <a:buNone/>
            </a:pPr>
            <a:r>
              <a:t/>
            </a:r>
            <a:endParaRPr b="0" i="0" sz="900" u="none" cap="none" strike="noStrike">
              <a:solidFill>
                <a:srgbClr val="E6E6E6"/>
              </a:solidFill>
              <a:latin typeface="Poppins"/>
              <a:ea typeface="Poppins"/>
              <a:cs typeface="Poppins"/>
              <a:sym typeface="Poppins"/>
            </a:endParaRPr>
          </a:p>
          <a:p>
            <a:pPr indent="0" lvl="0" marL="0" marR="0" rtl="0" algn="ctr">
              <a:lnSpc>
                <a:spcPct val="115000"/>
              </a:lnSpc>
              <a:spcBef>
                <a:spcPts val="0"/>
              </a:spcBef>
              <a:spcAft>
                <a:spcPts val="0"/>
              </a:spcAft>
              <a:buClr>
                <a:srgbClr val="595959"/>
              </a:buClr>
              <a:buSzPts val="1800"/>
              <a:buFont typeface="Arial"/>
              <a:buNone/>
            </a:pPr>
            <a:r>
              <a:rPr b="0" i="0" lang="en-US" sz="900" u="none" cap="none" strike="noStrike">
                <a:solidFill>
                  <a:srgbClr val="E6E6E6"/>
                </a:solidFill>
                <a:latin typeface="Poppins"/>
                <a:ea typeface="Poppins"/>
                <a:cs typeface="Poppins"/>
                <a:sym typeface="Poppins"/>
              </a:rPr>
              <a:t>Legislative staff contact list</a:t>
            </a:r>
            <a:endParaRPr b="0" i="0" sz="900" u="none" cap="none" strike="noStrike">
              <a:solidFill>
                <a:srgbClr val="000000"/>
              </a:solidFill>
              <a:latin typeface="Poppins"/>
              <a:ea typeface="Poppins"/>
              <a:cs typeface="Poppins"/>
              <a:sym typeface="Poppins"/>
            </a:endParaRPr>
          </a:p>
          <a:p>
            <a:pPr indent="0" lvl="0" marL="0" marR="0" rtl="0" algn="ctr">
              <a:lnSpc>
                <a:spcPct val="115000"/>
              </a:lnSpc>
              <a:spcBef>
                <a:spcPts val="0"/>
              </a:spcBef>
              <a:spcAft>
                <a:spcPts val="0"/>
              </a:spcAft>
              <a:buClr>
                <a:srgbClr val="595959"/>
              </a:buClr>
              <a:buSzPts val="1800"/>
              <a:buFont typeface="Arial"/>
              <a:buNone/>
            </a:pPr>
            <a:r>
              <a:t/>
            </a:r>
            <a:endParaRPr b="0" i="0" sz="900" u="none" cap="none" strike="noStrike">
              <a:solidFill>
                <a:srgbClr val="E6E6E6"/>
              </a:solidFill>
              <a:latin typeface="Poppins"/>
              <a:ea typeface="Poppins"/>
              <a:cs typeface="Poppins"/>
              <a:sym typeface="Poppins"/>
            </a:endParaRPr>
          </a:p>
          <a:p>
            <a:pPr indent="0" lvl="0" marL="0" marR="0" rtl="0" algn="ctr">
              <a:lnSpc>
                <a:spcPct val="115000"/>
              </a:lnSpc>
              <a:spcBef>
                <a:spcPts val="0"/>
              </a:spcBef>
              <a:spcAft>
                <a:spcPts val="0"/>
              </a:spcAft>
              <a:buClr>
                <a:srgbClr val="595959"/>
              </a:buClr>
              <a:buSzPts val="1800"/>
              <a:buFont typeface="Arial"/>
              <a:buNone/>
            </a:pPr>
            <a:r>
              <a:rPr b="0" i="0" lang="en-US" sz="900" u="none" cap="none" strike="noStrike">
                <a:solidFill>
                  <a:srgbClr val="E6E6E6"/>
                </a:solidFill>
                <a:latin typeface="Poppins"/>
                <a:ea typeface="Poppins"/>
                <a:cs typeface="Poppins"/>
                <a:sym typeface="Poppins"/>
              </a:rPr>
              <a:t>Push notifications for every step of the process</a:t>
            </a:r>
            <a:endParaRPr b="0" i="0" sz="900" u="none" cap="none" strike="noStrike">
              <a:solidFill>
                <a:srgbClr val="000000"/>
              </a:solidFill>
              <a:latin typeface="Poppins"/>
              <a:ea typeface="Poppins"/>
              <a:cs typeface="Poppins"/>
              <a:sym typeface="Poppins"/>
            </a:endParaRPr>
          </a:p>
          <a:p>
            <a:pPr indent="0" lvl="0" marL="0" marR="0" rtl="0" algn="ctr">
              <a:lnSpc>
                <a:spcPct val="115000"/>
              </a:lnSpc>
              <a:spcBef>
                <a:spcPts val="0"/>
              </a:spcBef>
              <a:spcAft>
                <a:spcPts val="0"/>
              </a:spcAft>
              <a:buClr>
                <a:srgbClr val="595959"/>
              </a:buClr>
              <a:buSzPts val="1800"/>
              <a:buFont typeface="Arial"/>
              <a:buNone/>
            </a:pPr>
            <a:r>
              <a:t/>
            </a:r>
            <a:endParaRPr b="0" i="0" sz="900" u="none" cap="none" strike="noStrike">
              <a:solidFill>
                <a:srgbClr val="E6E6E6"/>
              </a:solidFill>
              <a:latin typeface="Poppins"/>
              <a:ea typeface="Poppins"/>
              <a:cs typeface="Poppins"/>
              <a:sym typeface="Poppins"/>
            </a:endParaRPr>
          </a:p>
          <a:p>
            <a:pPr indent="0" lvl="0" marL="0" marR="0" rtl="0" algn="ctr">
              <a:lnSpc>
                <a:spcPct val="115000"/>
              </a:lnSpc>
              <a:spcBef>
                <a:spcPts val="0"/>
              </a:spcBef>
              <a:spcAft>
                <a:spcPts val="0"/>
              </a:spcAft>
              <a:buClr>
                <a:srgbClr val="595959"/>
              </a:buClr>
              <a:buSzPts val="1800"/>
              <a:buFont typeface="Arial"/>
              <a:buNone/>
            </a:pPr>
            <a:r>
              <a:rPr b="0" i="0" lang="en-US" sz="900" u="none" cap="none" strike="noStrike">
                <a:solidFill>
                  <a:srgbClr val="E6E6E6"/>
                </a:solidFill>
                <a:latin typeface="Poppins"/>
                <a:ea typeface="Poppins"/>
                <a:cs typeface="Poppins"/>
                <a:sym typeface="Poppins"/>
              </a:rPr>
              <a:t>Historical and live data</a:t>
            </a:r>
            <a:endParaRPr b="0" i="0" sz="900" u="none" cap="none" strike="noStrike">
              <a:solidFill>
                <a:srgbClr val="000000"/>
              </a:solidFill>
              <a:latin typeface="Poppins"/>
              <a:ea typeface="Poppins"/>
              <a:cs typeface="Poppins"/>
              <a:sym typeface="Poppins"/>
            </a:endParaRPr>
          </a:p>
          <a:p>
            <a:pPr indent="0" lvl="0" marL="0" marR="0" rtl="0" algn="ctr">
              <a:lnSpc>
                <a:spcPct val="115000"/>
              </a:lnSpc>
              <a:spcBef>
                <a:spcPts val="0"/>
              </a:spcBef>
              <a:spcAft>
                <a:spcPts val="0"/>
              </a:spcAft>
              <a:buClr>
                <a:srgbClr val="595959"/>
              </a:buClr>
              <a:buSzPts val="1800"/>
              <a:buFont typeface="Arial"/>
              <a:buNone/>
            </a:pPr>
            <a:r>
              <a:t/>
            </a:r>
            <a:endParaRPr b="0" i="0" sz="900" u="none" cap="none" strike="noStrike">
              <a:solidFill>
                <a:srgbClr val="E6E6E6"/>
              </a:solidFill>
              <a:latin typeface="Poppins"/>
              <a:ea typeface="Poppins"/>
              <a:cs typeface="Poppins"/>
              <a:sym typeface="Poppins"/>
            </a:endParaRPr>
          </a:p>
          <a:p>
            <a:pPr indent="0" lvl="0" marL="0" marR="0" rtl="0" algn="ctr">
              <a:lnSpc>
                <a:spcPct val="115000"/>
              </a:lnSpc>
              <a:spcBef>
                <a:spcPts val="0"/>
              </a:spcBef>
              <a:spcAft>
                <a:spcPts val="0"/>
              </a:spcAft>
              <a:buClr>
                <a:srgbClr val="595959"/>
              </a:buClr>
              <a:buSzPts val="1800"/>
              <a:buFont typeface="Arial"/>
              <a:buNone/>
            </a:pPr>
            <a:r>
              <a:rPr b="0" i="0" lang="en-US" sz="900" u="none" cap="none" strike="noStrike">
                <a:solidFill>
                  <a:srgbClr val="E6E6E6"/>
                </a:solidFill>
                <a:latin typeface="Poppins"/>
                <a:ea typeface="Poppins"/>
                <a:cs typeface="Poppins"/>
                <a:sym typeface="Poppins"/>
              </a:rPr>
              <a:t>Live news feed related to your tracked legislation</a:t>
            </a:r>
            <a:endParaRPr b="0" i="0" sz="900" u="none" cap="none" strike="noStrike">
              <a:solidFill>
                <a:srgbClr val="000000"/>
              </a:solidFill>
              <a:latin typeface="Poppins"/>
              <a:ea typeface="Poppins"/>
              <a:cs typeface="Poppins"/>
              <a:sym typeface="Poppins"/>
            </a:endParaRPr>
          </a:p>
          <a:p>
            <a:pPr indent="0" lvl="0" marL="0" marR="0" rtl="0" algn="ctr">
              <a:lnSpc>
                <a:spcPct val="115000"/>
              </a:lnSpc>
              <a:spcBef>
                <a:spcPts val="0"/>
              </a:spcBef>
              <a:spcAft>
                <a:spcPts val="0"/>
              </a:spcAft>
              <a:buClr>
                <a:srgbClr val="595959"/>
              </a:buClr>
              <a:buSzPts val="1800"/>
              <a:buFont typeface="Arial"/>
              <a:buNone/>
            </a:pPr>
            <a:r>
              <a:t/>
            </a:r>
            <a:endParaRPr b="0" i="0" sz="900" u="none" cap="none" strike="noStrike">
              <a:solidFill>
                <a:srgbClr val="E6E6E6"/>
              </a:solidFill>
              <a:latin typeface="Poppins"/>
              <a:ea typeface="Poppins"/>
              <a:cs typeface="Poppins"/>
              <a:sym typeface="Poppins"/>
            </a:endParaRPr>
          </a:p>
          <a:p>
            <a:pPr indent="0" lvl="0" marL="0" marR="0" rtl="0" algn="ctr">
              <a:lnSpc>
                <a:spcPct val="115000"/>
              </a:lnSpc>
              <a:spcBef>
                <a:spcPts val="0"/>
              </a:spcBef>
              <a:spcAft>
                <a:spcPts val="0"/>
              </a:spcAft>
              <a:buClr>
                <a:srgbClr val="595959"/>
              </a:buClr>
              <a:buSzPts val="1800"/>
              <a:buFont typeface="Arial"/>
              <a:buNone/>
            </a:pPr>
            <a:r>
              <a:rPr b="0" i="0" lang="en-US" sz="900" u="none" cap="none" strike="noStrike">
                <a:solidFill>
                  <a:srgbClr val="E6E6E6"/>
                </a:solidFill>
                <a:latin typeface="Poppins"/>
                <a:ea typeface="Poppins"/>
                <a:cs typeface="Poppins"/>
                <a:sym typeface="Poppins"/>
              </a:rPr>
              <a:t>Team and Client communication and sharing</a:t>
            </a:r>
            <a:endParaRPr b="0" i="0" sz="900" u="none" cap="none" strike="noStrike">
              <a:solidFill>
                <a:srgbClr val="000000"/>
              </a:solidFill>
              <a:latin typeface="Poppins"/>
              <a:ea typeface="Poppins"/>
              <a:cs typeface="Poppins"/>
              <a:sym typeface="Poppins"/>
            </a:endParaRPr>
          </a:p>
          <a:p>
            <a:pPr indent="0" lvl="0" marL="0" marR="0" rtl="0" algn="ctr">
              <a:lnSpc>
                <a:spcPct val="115000"/>
              </a:lnSpc>
              <a:spcBef>
                <a:spcPts val="0"/>
              </a:spcBef>
              <a:spcAft>
                <a:spcPts val="0"/>
              </a:spcAft>
              <a:buClr>
                <a:srgbClr val="595959"/>
              </a:buClr>
              <a:buSzPts val="1800"/>
              <a:buFont typeface="Arial"/>
              <a:buNone/>
            </a:pPr>
            <a:r>
              <a:t/>
            </a:r>
            <a:endParaRPr b="0" i="0" sz="900" u="none" cap="none" strike="noStrike">
              <a:solidFill>
                <a:srgbClr val="E6E6E6"/>
              </a:solidFill>
              <a:latin typeface="Poppins"/>
              <a:ea typeface="Poppins"/>
              <a:cs typeface="Poppins"/>
              <a:sym typeface="Poppins"/>
            </a:endParaRPr>
          </a:p>
          <a:p>
            <a:pPr indent="0" lvl="0" marL="0" marR="0" rtl="0" algn="ctr">
              <a:lnSpc>
                <a:spcPct val="115000"/>
              </a:lnSpc>
              <a:spcBef>
                <a:spcPts val="0"/>
              </a:spcBef>
              <a:spcAft>
                <a:spcPts val="0"/>
              </a:spcAft>
              <a:buClr>
                <a:srgbClr val="595959"/>
              </a:buClr>
              <a:buSzPts val="1800"/>
              <a:buFont typeface="Arial"/>
              <a:buNone/>
            </a:pPr>
            <a:r>
              <a:rPr b="0" i="0" lang="en-US" sz="900" u="none" cap="none" strike="noStrike">
                <a:solidFill>
                  <a:srgbClr val="E6E6E6"/>
                </a:solidFill>
                <a:latin typeface="Poppins"/>
                <a:ea typeface="Poppins"/>
                <a:cs typeface="Poppins"/>
                <a:sym typeface="Poppins"/>
              </a:rPr>
              <a:t>Custom user dashboard widgets</a:t>
            </a:r>
            <a:endParaRPr b="0" i="0" sz="900" u="none" cap="none" strike="noStrike">
              <a:solidFill>
                <a:srgbClr val="000000"/>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5"/>
          <p:cNvSpPr/>
          <p:nvPr/>
        </p:nvSpPr>
        <p:spPr>
          <a:xfrm>
            <a:off x="477750" y="963800"/>
            <a:ext cx="4833600" cy="3828600"/>
          </a:xfrm>
          <a:prstGeom prst="roundRect">
            <a:avLst>
              <a:gd fmla="val 8097"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15"/>
          <p:cNvSpPr txBox="1"/>
          <p:nvPr/>
        </p:nvSpPr>
        <p:spPr>
          <a:xfrm>
            <a:off x="5689301" y="786801"/>
            <a:ext cx="2622600" cy="177000"/>
          </a:xfrm>
          <a:prstGeom prst="rect">
            <a:avLst/>
          </a:prstGeom>
          <a:noFill/>
          <a:ln>
            <a:noFill/>
          </a:ln>
        </p:spPr>
        <p:txBody>
          <a:bodyPr anchorCtr="0" anchor="ctr" bIns="19050" lIns="19050" spcFirstLastPara="1" rIns="19050" wrap="square" tIns="19050">
            <a:noAutofit/>
          </a:bodyPr>
          <a:lstStyle/>
          <a:p>
            <a:pPr indent="0" lvl="0" marL="0" marR="0" rtl="0" algn="l">
              <a:lnSpc>
                <a:spcPct val="140000"/>
              </a:lnSpc>
              <a:spcBef>
                <a:spcPts val="0"/>
              </a:spcBef>
              <a:spcAft>
                <a:spcPts val="0"/>
              </a:spcAft>
              <a:buClr>
                <a:schemeClr val="dk1"/>
              </a:buClr>
              <a:buSzPts val="800"/>
              <a:buFont typeface="Poppins SemiBold"/>
              <a:buNone/>
            </a:pPr>
            <a:r>
              <a:t/>
            </a:r>
            <a:endParaRPr b="0" i="0" sz="1600" u="none" cap="none" strike="noStrike">
              <a:solidFill>
                <a:srgbClr val="000000"/>
              </a:solidFill>
              <a:latin typeface="Arial"/>
              <a:ea typeface="Arial"/>
              <a:cs typeface="Arial"/>
              <a:sym typeface="Arial"/>
            </a:endParaRPr>
          </a:p>
        </p:txBody>
      </p:sp>
      <p:sp>
        <p:nvSpPr>
          <p:cNvPr id="98" name="Google Shape;98;p15"/>
          <p:cNvSpPr txBox="1"/>
          <p:nvPr/>
        </p:nvSpPr>
        <p:spPr>
          <a:xfrm>
            <a:off x="476250" y="1267836"/>
            <a:ext cx="3810000" cy="177000"/>
          </a:xfrm>
          <a:prstGeom prst="rect">
            <a:avLst/>
          </a:prstGeom>
          <a:noFill/>
          <a:ln>
            <a:noFill/>
          </a:ln>
        </p:spPr>
        <p:txBody>
          <a:bodyPr anchorCtr="0" anchor="t" bIns="19050" lIns="19050" spcFirstLastPara="1" rIns="19050" wrap="square" tIns="19050">
            <a:noAutofit/>
          </a:bodyPr>
          <a:lstStyle/>
          <a:p>
            <a:pPr indent="0" lvl="0" marL="0" marR="0" rtl="0" algn="l">
              <a:lnSpc>
                <a:spcPct val="150000"/>
              </a:lnSpc>
              <a:spcBef>
                <a:spcPts val="0"/>
              </a:spcBef>
              <a:spcAft>
                <a:spcPts val="0"/>
              </a:spcAft>
              <a:buClr>
                <a:srgbClr val="000000"/>
              </a:buClr>
              <a:buSzPts val="900"/>
              <a:buFont typeface="Arial"/>
              <a:buNone/>
            </a:pPr>
            <a:r>
              <a:t/>
            </a:r>
            <a:endParaRPr b="0" i="0" sz="900" u="none" cap="none" strike="noStrike">
              <a:solidFill>
                <a:srgbClr val="0D0D0D"/>
              </a:solidFill>
              <a:latin typeface="Poppins Light"/>
              <a:ea typeface="Poppins Light"/>
              <a:cs typeface="Poppins Light"/>
              <a:sym typeface="Poppins Light"/>
            </a:endParaRPr>
          </a:p>
        </p:txBody>
      </p:sp>
      <p:sp>
        <p:nvSpPr>
          <p:cNvPr id="99" name="Google Shape;99;p15"/>
          <p:cNvSpPr txBox="1"/>
          <p:nvPr/>
        </p:nvSpPr>
        <p:spPr>
          <a:xfrm>
            <a:off x="526100" y="476250"/>
            <a:ext cx="3810000" cy="438600"/>
          </a:xfrm>
          <a:prstGeom prst="rect">
            <a:avLst/>
          </a:prstGeom>
          <a:noFill/>
          <a:ln>
            <a:noFill/>
          </a:ln>
        </p:spPr>
        <p:txBody>
          <a:bodyPr anchorCtr="0" anchor="t" bIns="19050" lIns="19050" spcFirstLastPara="1" rIns="19050" wrap="square" tIns="19050">
            <a:spAutoFit/>
          </a:bodyPr>
          <a:lstStyle/>
          <a:p>
            <a:pPr indent="0" lvl="0" marL="0" marR="0" rtl="0" algn="l">
              <a:lnSpc>
                <a:spcPct val="120000"/>
              </a:lnSpc>
              <a:spcBef>
                <a:spcPts val="0"/>
              </a:spcBef>
              <a:spcAft>
                <a:spcPts val="0"/>
              </a:spcAft>
              <a:buClr>
                <a:srgbClr val="000000"/>
              </a:buClr>
              <a:buSzPts val="2600"/>
              <a:buFont typeface="Arial"/>
              <a:buNone/>
            </a:pPr>
            <a:r>
              <a:rPr lang="en-US" sz="2600">
                <a:solidFill>
                  <a:srgbClr val="0D0D0D"/>
                </a:solidFill>
                <a:latin typeface="Poppins SemiBold"/>
                <a:ea typeface="Poppins SemiBold"/>
                <a:cs typeface="Poppins SemiBold"/>
                <a:sym typeface="Poppins SemiBold"/>
              </a:rPr>
              <a:t>The</a:t>
            </a:r>
            <a:r>
              <a:rPr b="0" i="0" lang="en-US" sz="2600" u="none" cap="none" strike="noStrike">
                <a:solidFill>
                  <a:srgbClr val="0D0D0D"/>
                </a:solidFill>
                <a:latin typeface="Poppins SemiBold"/>
                <a:ea typeface="Poppins SemiBold"/>
                <a:cs typeface="Poppins SemiBold"/>
                <a:sym typeface="Poppins SemiBold"/>
              </a:rPr>
              <a:t> </a:t>
            </a:r>
            <a:r>
              <a:rPr lang="en-US" sz="2600">
                <a:solidFill>
                  <a:srgbClr val="0D0D0D"/>
                </a:solidFill>
                <a:latin typeface="Poppins SemiBold"/>
                <a:ea typeface="Poppins SemiBold"/>
                <a:cs typeface="Poppins SemiBold"/>
                <a:sym typeface="Poppins SemiBold"/>
              </a:rPr>
              <a:t>S</a:t>
            </a:r>
            <a:r>
              <a:rPr b="0" i="0" lang="en-US" sz="2600" u="none" cap="none" strike="noStrike">
                <a:solidFill>
                  <a:srgbClr val="0D0D0D"/>
                </a:solidFill>
                <a:latin typeface="Poppins SemiBold"/>
                <a:ea typeface="Poppins SemiBold"/>
                <a:cs typeface="Poppins SemiBold"/>
                <a:sym typeface="Poppins SemiBold"/>
              </a:rPr>
              <a:t>olution</a:t>
            </a:r>
            <a:endParaRPr b="0" i="0" sz="2600" u="none" cap="none" strike="noStrike">
              <a:solidFill>
                <a:srgbClr val="0D0D0D"/>
              </a:solidFill>
              <a:latin typeface="Poppins SemiBold"/>
              <a:ea typeface="Poppins SemiBold"/>
              <a:cs typeface="Poppins SemiBold"/>
              <a:sym typeface="Poppins SemiBold"/>
            </a:endParaRPr>
          </a:p>
        </p:txBody>
      </p:sp>
      <p:sp>
        <p:nvSpPr>
          <p:cNvPr id="100" name="Google Shape;100;p15"/>
          <p:cNvSpPr txBox="1"/>
          <p:nvPr/>
        </p:nvSpPr>
        <p:spPr>
          <a:xfrm>
            <a:off x="795000" y="1738700"/>
            <a:ext cx="4663500" cy="1847700"/>
          </a:xfrm>
          <a:prstGeom prst="rect">
            <a:avLst/>
          </a:prstGeom>
          <a:noFill/>
          <a:ln>
            <a:noFill/>
          </a:ln>
        </p:spPr>
        <p:txBody>
          <a:bodyPr anchorCtr="0" anchor="t" bIns="19050" lIns="19050" spcFirstLastPara="1" rIns="19050" wrap="square" tIns="19050">
            <a:noAutofit/>
          </a:bodyPr>
          <a:lstStyle/>
          <a:p>
            <a:pPr indent="0" lvl="0" marL="0" marR="0" rtl="0" algn="l">
              <a:lnSpc>
                <a:spcPct val="140000"/>
              </a:lnSpc>
              <a:spcBef>
                <a:spcPts val="1500"/>
              </a:spcBef>
              <a:spcAft>
                <a:spcPts val="0"/>
              </a:spcAft>
              <a:buClr>
                <a:srgbClr val="000000"/>
              </a:buClr>
              <a:buSzPts val="900"/>
              <a:buFont typeface="Arial"/>
              <a:buNone/>
            </a:pPr>
            <a:r>
              <a:rPr b="0" i="0" lang="en-US" sz="1300" u="none" cap="none" strike="noStrike">
                <a:solidFill>
                  <a:srgbClr val="0D0D0D"/>
                </a:solidFill>
                <a:latin typeface="Poppins Medium"/>
                <a:ea typeface="Poppins Medium"/>
                <a:cs typeface="Poppins Medium"/>
                <a:sym typeface="Poppins Medium"/>
              </a:rPr>
              <a:t>1.</a:t>
            </a:r>
            <a:r>
              <a:rPr b="0" i="0" lang="en-US" sz="1200" u="none" cap="none" strike="noStrike">
                <a:solidFill>
                  <a:srgbClr val="0D0D0D"/>
                </a:solidFill>
                <a:latin typeface="Poppins Medium"/>
                <a:ea typeface="Poppins Medium"/>
                <a:cs typeface="Poppins Medium"/>
                <a:sym typeface="Poppins Medium"/>
              </a:rPr>
              <a:t> Subscription-based revenue model</a:t>
            </a:r>
            <a:endParaRPr b="0" i="0" sz="1200" u="none" cap="none" strike="noStrike">
              <a:solidFill>
                <a:srgbClr val="0D0D0D"/>
              </a:solidFill>
              <a:latin typeface="Poppins Medium"/>
              <a:ea typeface="Poppins Medium"/>
              <a:cs typeface="Poppins Medium"/>
              <a:sym typeface="Poppins Medium"/>
            </a:endParaRPr>
          </a:p>
          <a:p>
            <a:pPr indent="0" lvl="0" marL="0" marR="0" rtl="0" algn="l">
              <a:lnSpc>
                <a:spcPct val="140000"/>
              </a:lnSpc>
              <a:spcBef>
                <a:spcPts val="1500"/>
              </a:spcBef>
              <a:spcAft>
                <a:spcPts val="0"/>
              </a:spcAft>
              <a:buClr>
                <a:srgbClr val="000000"/>
              </a:buClr>
              <a:buSzPts val="900"/>
              <a:buFont typeface="Arial"/>
              <a:buNone/>
            </a:pPr>
            <a:r>
              <a:rPr b="0" i="0" lang="en-US" sz="1200" u="none" cap="none" strike="noStrike">
                <a:solidFill>
                  <a:srgbClr val="0D0D0D"/>
                </a:solidFill>
                <a:latin typeface="Poppins Medium"/>
                <a:ea typeface="Poppins Medium"/>
                <a:cs typeface="Poppins Medium"/>
                <a:sym typeface="Poppins Medium"/>
              </a:rPr>
              <a:t>2. Access to advanced </a:t>
            </a:r>
            <a:r>
              <a:rPr lang="en-US" sz="1200">
                <a:solidFill>
                  <a:srgbClr val="0D0D0D"/>
                </a:solidFill>
                <a:latin typeface="Poppins Medium"/>
                <a:ea typeface="Poppins Medium"/>
                <a:cs typeface="Poppins Medium"/>
                <a:sym typeface="Poppins Medium"/>
              </a:rPr>
              <a:t>mobile technology with </a:t>
            </a:r>
            <a:r>
              <a:rPr b="0" i="0" lang="en-US" sz="1200" u="none" cap="none" strike="noStrike">
                <a:solidFill>
                  <a:srgbClr val="0D0D0D"/>
                </a:solidFill>
                <a:latin typeface="Poppins Medium"/>
                <a:ea typeface="Poppins Medium"/>
                <a:cs typeface="Poppins Medium"/>
                <a:sym typeface="Poppins Medium"/>
              </a:rPr>
              <a:t>exclusive content and add-on features</a:t>
            </a:r>
            <a:r>
              <a:rPr lang="en-US" sz="1200">
                <a:solidFill>
                  <a:srgbClr val="0D0D0D"/>
                </a:solidFill>
                <a:latin typeface="Poppins Medium"/>
                <a:ea typeface="Poppins Medium"/>
                <a:cs typeface="Poppins Medium"/>
                <a:sym typeface="Poppins Medium"/>
              </a:rPr>
              <a:t> that advance with SaaS technology offerings</a:t>
            </a:r>
            <a:endParaRPr b="0" i="0" sz="1200" u="none" cap="none" strike="noStrike">
              <a:solidFill>
                <a:srgbClr val="0D0D0D"/>
              </a:solidFill>
              <a:latin typeface="Poppins Medium"/>
              <a:ea typeface="Poppins Medium"/>
              <a:cs typeface="Poppins Medium"/>
              <a:sym typeface="Poppins Medium"/>
            </a:endParaRPr>
          </a:p>
          <a:p>
            <a:pPr indent="0" lvl="0" marL="0" marR="0" rtl="0" algn="l">
              <a:lnSpc>
                <a:spcPct val="140000"/>
              </a:lnSpc>
              <a:spcBef>
                <a:spcPts val="1500"/>
              </a:spcBef>
              <a:spcAft>
                <a:spcPts val="0"/>
              </a:spcAft>
              <a:buClr>
                <a:srgbClr val="000000"/>
              </a:buClr>
              <a:buSzPts val="900"/>
              <a:buFont typeface="Arial"/>
              <a:buNone/>
            </a:pPr>
            <a:r>
              <a:rPr b="0" i="0" lang="en-US" sz="1200" u="none" cap="none" strike="noStrike">
                <a:solidFill>
                  <a:srgbClr val="0D0D0D"/>
                </a:solidFill>
                <a:latin typeface="Poppins Medium"/>
                <a:ea typeface="Poppins Medium"/>
                <a:cs typeface="Poppins Medium"/>
                <a:sym typeface="Poppins Medium"/>
              </a:rPr>
              <a:t>3. Advertisement partnerships and affiliate marketing programs associated with public product</a:t>
            </a:r>
            <a:endParaRPr b="0" i="0" sz="1200" u="none" cap="none" strike="noStrike">
              <a:solidFill>
                <a:srgbClr val="0D0D0D"/>
              </a:solidFill>
              <a:latin typeface="Poppins Medium"/>
              <a:ea typeface="Poppins Medium"/>
              <a:cs typeface="Poppins Medium"/>
              <a:sym typeface="Poppins Medium"/>
            </a:endParaRPr>
          </a:p>
          <a:p>
            <a:pPr indent="0" lvl="0" marL="0" marR="0" rtl="0" algn="l">
              <a:lnSpc>
                <a:spcPct val="140000"/>
              </a:lnSpc>
              <a:spcBef>
                <a:spcPts val="1500"/>
              </a:spcBef>
              <a:spcAft>
                <a:spcPts val="0"/>
              </a:spcAft>
              <a:buClr>
                <a:srgbClr val="000000"/>
              </a:buClr>
              <a:buSzPts val="900"/>
              <a:buFont typeface="Arial"/>
              <a:buNone/>
            </a:pPr>
            <a:r>
              <a:rPr b="0" i="0" lang="en-US" sz="1200" u="none" cap="none" strike="noStrike">
                <a:solidFill>
                  <a:srgbClr val="0D0D0D"/>
                </a:solidFill>
                <a:latin typeface="Poppins Medium"/>
                <a:ea typeface="Poppins Medium"/>
                <a:cs typeface="Poppins Medium"/>
                <a:sym typeface="Poppins Medium"/>
              </a:rPr>
              <a:t>4. Sustainable and scalable revenue generation at local </a:t>
            </a:r>
            <a:r>
              <a:rPr lang="en-US" sz="1200">
                <a:solidFill>
                  <a:srgbClr val="0D0D0D"/>
                </a:solidFill>
                <a:latin typeface="Poppins Medium"/>
                <a:ea typeface="Poppins Medium"/>
                <a:cs typeface="Poppins Medium"/>
                <a:sym typeface="Poppins Medium"/>
              </a:rPr>
              <a:t>government</a:t>
            </a:r>
            <a:r>
              <a:rPr b="0" i="0" lang="en-US" sz="1200" u="none" cap="none" strike="noStrike">
                <a:solidFill>
                  <a:srgbClr val="0D0D0D"/>
                </a:solidFill>
                <a:latin typeface="Poppins Medium"/>
                <a:ea typeface="Poppins Medium"/>
                <a:cs typeface="Poppins Medium"/>
                <a:sym typeface="Poppins Medium"/>
              </a:rPr>
              <a:t> level and across the country</a:t>
            </a:r>
            <a:endParaRPr b="0" i="0" sz="1200" u="none" cap="none" strike="noStrike">
              <a:solidFill>
                <a:srgbClr val="0D0D0D"/>
              </a:solidFill>
              <a:latin typeface="Poppins Medium"/>
              <a:ea typeface="Poppins Medium"/>
              <a:cs typeface="Poppins Medium"/>
              <a:sym typeface="Poppins Medium"/>
            </a:endParaRPr>
          </a:p>
        </p:txBody>
      </p:sp>
      <p:sp>
        <p:nvSpPr>
          <p:cNvPr id="101" name="Google Shape;101;p15"/>
          <p:cNvSpPr txBox="1"/>
          <p:nvPr/>
        </p:nvSpPr>
        <p:spPr>
          <a:xfrm>
            <a:off x="795449" y="1372191"/>
            <a:ext cx="2622600" cy="238500"/>
          </a:xfrm>
          <a:prstGeom prst="rect">
            <a:avLst/>
          </a:prstGeom>
          <a:noFill/>
          <a:ln>
            <a:noFill/>
          </a:ln>
        </p:spPr>
        <p:txBody>
          <a:bodyPr anchorCtr="0" anchor="t" bIns="19050" lIns="19050" spcFirstLastPara="1" rIns="19050" wrap="square" tIns="19050">
            <a:spAutoFit/>
          </a:bodyPr>
          <a:lstStyle/>
          <a:p>
            <a:pPr indent="0" lvl="0" marL="0" marR="0" rtl="0" algn="l">
              <a:lnSpc>
                <a:spcPct val="140000"/>
              </a:lnSpc>
              <a:spcBef>
                <a:spcPts val="0"/>
              </a:spcBef>
              <a:spcAft>
                <a:spcPts val="0"/>
              </a:spcAft>
              <a:buClr>
                <a:srgbClr val="0D0D0D"/>
              </a:buClr>
              <a:buSzPts val="800"/>
              <a:buFont typeface="Poppins SemiBold"/>
              <a:buNone/>
            </a:pPr>
            <a:r>
              <a:rPr b="0" i="0" lang="en-US" sz="1300" u="none" cap="none" strike="noStrike">
                <a:solidFill>
                  <a:srgbClr val="0D0D0D"/>
                </a:solidFill>
                <a:latin typeface="Poppins SemiBold"/>
                <a:ea typeface="Poppins SemiBold"/>
                <a:cs typeface="Poppins SemiBold"/>
                <a:sym typeface="Poppins SemiBold"/>
              </a:rPr>
              <a:t>Business model highlights:</a:t>
            </a:r>
            <a:endParaRPr b="0" i="0" sz="1000" u="none" cap="none" strike="noStrike">
              <a:solidFill>
                <a:srgbClr val="000000"/>
              </a:solidFill>
              <a:latin typeface="Arial"/>
              <a:ea typeface="Arial"/>
              <a:cs typeface="Arial"/>
              <a:sym typeface="Arial"/>
            </a:endParaRPr>
          </a:p>
        </p:txBody>
      </p:sp>
      <p:graphicFrame>
        <p:nvGraphicFramePr>
          <p:cNvPr id="102" name="Google Shape;102;p15"/>
          <p:cNvGraphicFramePr/>
          <p:nvPr/>
        </p:nvGraphicFramePr>
        <p:xfrm>
          <a:off x="5630150" y="1534975"/>
          <a:ext cx="3000000" cy="3000000"/>
        </p:xfrm>
        <a:graphic>
          <a:graphicData uri="http://schemas.openxmlformats.org/drawingml/2006/table">
            <a:tbl>
              <a:tblPr>
                <a:noFill/>
                <a:tableStyleId>{BFF2D6C1-49F3-4B97-91CD-9D6D9CC03FFE}</a:tableStyleId>
              </a:tblPr>
              <a:tblGrid>
                <a:gridCol w="1585775"/>
                <a:gridCol w="1585775"/>
              </a:tblGrid>
              <a:tr h="640475">
                <a:tc>
                  <a:txBody>
                    <a:bodyPr/>
                    <a:lstStyle/>
                    <a:p>
                      <a:pPr indent="0" lvl="0" marL="0" rtl="0" algn="ctr">
                        <a:spcBef>
                          <a:spcPts val="0"/>
                        </a:spcBef>
                        <a:spcAft>
                          <a:spcPts val="0"/>
                        </a:spcAft>
                        <a:buNone/>
                      </a:pPr>
                      <a:r>
                        <a:rPr lang="en-US" sz="1200">
                          <a:latin typeface="Poppins"/>
                          <a:ea typeface="Poppins"/>
                          <a:cs typeface="Poppins"/>
                          <a:sym typeface="Poppins"/>
                        </a:rPr>
                        <a:t>Individual User</a:t>
                      </a:r>
                      <a:endParaRPr sz="1200">
                        <a:latin typeface="Poppins"/>
                        <a:ea typeface="Poppins"/>
                        <a:cs typeface="Poppins"/>
                        <a:sym typeface="Poppins"/>
                      </a:endParaRPr>
                    </a:p>
                  </a:txBody>
                  <a:tcPr marT="91425" marB="91425" marR="91425" marL="91425" anchor="ctr"/>
                </a:tc>
                <a:tc>
                  <a:txBody>
                    <a:bodyPr/>
                    <a:lstStyle/>
                    <a:p>
                      <a:pPr indent="0" lvl="0" marL="0" rtl="0" algn="ctr">
                        <a:spcBef>
                          <a:spcPts val="0"/>
                        </a:spcBef>
                        <a:spcAft>
                          <a:spcPts val="0"/>
                        </a:spcAft>
                        <a:buNone/>
                      </a:pPr>
                      <a:r>
                        <a:rPr lang="en-US" sz="1200">
                          <a:latin typeface="Poppins"/>
                          <a:ea typeface="Poppins"/>
                          <a:cs typeface="Poppins"/>
                          <a:sym typeface="Poppins"/>
                        </a:rPr>
                        <a:t>$100/month</a:t>
                      </a:r>
                      <a:endParaRPr sz="1200">
                        <a:latin typeface="Poppins"/>
                        <a:ea typeface="Poppins"/>
                        <a:cs typeface="Poppins"/>
                        <a:sym typeface="Poppins"/>
                      </a:endParaRPr>
                    </a:p>
                  </a:txBody>
                  <a:tcPr marT="91425" marB="91425" marR="91425" marL="91425" anchor="ctr"/>
                </a:tc>
              </a:tr>
              <a:tr h="640475">
                <a:tc>
                  <a:txBody>
                    <a:bodyPr/>
                    <a:lstStyle/>
                    <a:p>
                      <a:pPr indent="0" lvl="0" marL="0" rtl="0" algn="ctr">
                        <a:spcBef>
                          <a:spcPts val="0"/>
                        </a:spcBef>
                        <a:spcAft>
                          <a:spcPts val="0"/>
                        </a:spcAft>
                        <a:buNone/>
                      </a:pPr>
                      <a:r>
                        <a:rPr lang="en-US" sz="1200">
                          <a:latin typeface="Poppins"/>
                          <a:ea typeface="Poppins"/>
                          <a:cs typeface="Poppins"/>
                          <a:sym typeface="Poppins"/>
                        </a:rPr>
                        <a:t>Additional License</a:t>
                      </a:r>
                      <a:endParaRPr sz="1200">
                        <a:latin typeface="Poppins"/>
                        <a:ea typeface="Poppins"/>
                        <a:cs typeface="Poppins"/>
                        <a:sym typeface="Poppins"/>
                      </a:endParaRPr>
                    </a:p>
                  </a:txBody>
                  <a:tcPr marT="91425" marB="91425" marR="91425" marL="91425" anchor="ctr"/>
                </a:tc>
                <a:tc>
                  <a:txBody>
                    <a:bodyPr/>
                    <a:lstStyle/>
                    <a:p>
                      <a:pPr indent="0" lvl="0" marL="0" rtl="0" algn="ctr">
                        <a:spcBef>
                          <a:spcPts val="0"/>
                        </a:spcBef>
                        <a:spcAft>
                          <a:spcPts val="0"/>
                        </a:spcAft>
                        <a:buNone/>
                      </a:pPr>
                      <a:r>
                        <a:rPr lang="en-US" sz="1200">
                          <a:latin typeface="Poppins"/>
                          <a:ea typeface="Poppins"/>
                          <a:cs typeface="Poppins"/>
                          <a:sym typeface="Poppins"/>
                        </a:rPr>
                        <a:t>$50/month</a:t>
                      </a:r>
                      <a:endParaRPr sz="1200">
                        <a:latin typeface="Poppins"/>
                        <a:ea typeface="Poppins"/>
                        <a:cs typeface="Poppins"/>
                        <a:sym typeface="Poppins"/>
                      </a:endParaRPr>
                    </a:p>
                  </a:txBody>
                  <a:tcPr marT="91425" marB="91425" marR="91425" marL="91425" anchor="ctr"/>
                </a:tc>
              </a:tr>
              <a:tr h="640475">
                <a:tc>
                  <a:txBody>
                    <a:bodyPr/>
                    <a:lstStyle/>
                    <a:p>
                      <a:pPr indent="0" lvl="0" marL="0" rtl="0" algn="ctr">
                        <a:spcBef>
                          <a:spcPts val="0"/>
                        </a:spcBef>
                        <a:spcAft>
                          <a:spcPts val="0"/>
                        </a:spcAft>
                        <a:buNone/>
                      </a:pPr>
                      <a:r>
                        <a:rPr lang="en-US" sz="1200">
                          <a:latin typeface="Poppins"/>
                          <a:ea typeface="Poppins"/>
                          <a:cs typeface="Poppins"/>
                          <a:sym typeface="Poppins"/>
                        </a:rPr>
                        <a:t>Unlimited Licenses</a:t>
                      </a:r>
                      <a:endParaRPr sz="1200">
                        <a:latin typeface="Poppins"/>
                        <a:ea typeface="Poppins"/>
                        <a:cs typeface="Poppins"/>
                        <a:sym typeface="Poppins"/>
                      </a:endParaRPr>
                    </a:p>
                  </a:txBody>
                  <a:tcPr marT="91425" marB="91425" marR="91425" marL="91425" anchor="ctr"/>
                </a:tc>
                <a:tc>
                  <a:txBody>
                    <a:bodyPr/>
                    <a:lstStyle/>
                    <a:p>
                      <a:pPr indent="0" lvl="0" marL="0" rtl="0" algn="ctr">
                        <a:spcBef>
                          <a:spcPts val="0"/>
                        </a:spcBef>
                        <a:spcAft>
                          <a:spcPts val="0"/>
                        </a:spcAft>
                        <a:buNone/>
                      </a:pPr>
                      <a:r>
                        <a:rPr lang="en-US" sz="1200">
                          <a:latin typeface="Poppins"/>
                          <a:ea typeface="Poppins"/>
                          <a:cs typeface="Poppins"/>
                          <a:sym typeface="Poppins"/>
                        </a:rPr>
                        <a:t>$30,000/biennium</a:t>
                      </a:r>
                      <a:endParaRPr sz="1200">
                        <a:latin typeface="Poppins"/>
                        <a:ea typeface="Poppins"/>
                        <a:cs typeface="Poppins"/>
                        <a:sym typeface="Poppins"/>
                      </a:endParaRPr>
                    </a:p>
                  </a:txBody>
                  <a:tcPr marT="91425" marB="91425" marR="91425" marL="91425" anchor="ctr"/>
                </a:tc>
              </a:tr>
              <a:tr h="640475">
                <a:tc>
                  <a:txBody>
                    <a:bodyPr/>
                    <a:lstStyle/>
                    <a:p>
                      <a:pPr indent="0" lvl="0" marL="0" rtl="0" algn="ctr">
                        <a:spcBef>
                          <a:spcPts val="0"/>
                        </a:spcBef>
                        <a:spcAft>
                          <a:spcPts val="0"/>
                        </a:spcAft>
                        <a:buNone/>
                      </a:pPr>
                      <a:r>
                        <a:rPr lang="en-US" sz="1200">
                          <a:latin typeface="Poppins"/>
                          <a:ea typeface="Poppins"/>
                          <a:cs typeface="Poppins"/>
                          <a:sym typeface="Poppins"/>
                        </a:rPr>
                        <a:t>Public</a:t>
                      </a:r>
                      <a:endParaRPr sz="1200">
                        <a:latin typeface="Poppins"/>
                        <a:ea typeface="Poppins"/>
                        <a:cs typeface="Poppins"/>
                        <a:sym typeface="Poppins"/>
                      </a:endParaRPr>
                    </a:p>
                  </a:txBody>
                  <a:tcPr marT="91425" marB="91425" marR="91425" marL="91425" anchor="ctr"/>
                </a:tc>
                <a:tc>
                  <a:txBody>
                    <a:bodyPr/>
                    <a:lstStyle/>
                    <a:p>
                      <a:pPr indent="0" lvl="0" marL="0" rtl="0" algn="ctr">
                        <a:spcBef>
                          <a:spcPts val="0"/>
                        </a:spcBef>
                        <a:spcAft>
                          <a:spcPts val="0"/>
                        </a:spcAft>
                        <a:buNone/>
                      </a:pPr>
                      <a:r>
                        <a:rPr lang="en-US" sz="1200">
                          <a:latin typeface="Poppins"/>
                          <a:ea typeface="Poppins"/>
                          <a:cs typeface="Poppins"/>
                          <a:sym typeface="Poppins"/>
                        </a:rPr>
                        <a:t>Free</a:t>
                      </a:r>
                      <a:endParaRPr sz="1200">
                        <a:latin typeface="Poppins"/>
                        <a:ea typeface="Poppins"/>
                        <a:cs typeface="Poppins"/>
                        <a:sym typeface="Poppins"/>
                      </a:endParaRPr>
                    </a:p>
                  </a:txBody>
                  <a:tcPr marT="91425" marB="91425" marR="91425" marL="91425" anchor="ct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cxnSp>
        <p:nvCxnSpPr>
          <p:cNvPr id="107" name="Google Shape;107;g250a953eac4_0_64"/>
          <p:cNvCxnSpPr/>
          <p:nvPr/>
        </p:nvCxnSpPr>
        <p:spPr>
          <a:xfrm>
            <a:off x="2351800" y="3022925"/>
            <a:ext cx="6792300" cy="0"/>
          </a:xfrm>
          <a:prstGeom prst="straightConnector1">
            <a:avLst/>
          </a:prstGeom>
          <a:noFill/>
          <a:ln cap="flat" cmpd="sng" w="19050">
            <a:solidFill>
              <a:schemeClr val="lt1"/>
            </a:solidFill>
            <a:prstDash val="solid"/>
            <a:round/>
            <a:headEnd len="sm" w="sm" type="none"/>
            <a:tailEnd len="sm" w="sm" type="none"/>
          </a:ln>
        </p:spPr>
      </p:cxnSp>
      <p:sp>
        <p:nvSpPr>
          <p:cNvPr id="108" name="Google Shape;108;g250a953eac4_0_64"/>
          <p:cNvSpPr/>
          <p:nvPr/>
        </p:nvSpPr>
        <p:spPr>
          <a:xfrm>
            <a:off x="4963497" y="1350750"/>
            <a:ext cx="3395100" cy="3339300"/>
          </a:xfrm>
          <a:prstGeom prst="roundRect">
            <a:avLst>
              <a:gd fmla="val 76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g250a953eac4_0_64"/>
          <p:cNvSpPr/>
          <p:nvPr/>
        </p:nvSpPr>
        <p:spPr>
          <a:xfrm>
            <a:off x="785400" y="1350750"/>
            <a:ext cx="3395100" cy="3339300"/>
          </a:xfrm>
          <a:prstGeom prst="roundRect">
            <a:avLst>
              <a:gd fmla="val 7624" name="adj"/>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g250a953eac4_0_64"/>
          <p:cNvSpPr txBox="1"/>
          <p:nvPr>
            <p:ph type="title"/>
          </p:nvPr>
        </p:nvSpPr>
        <p:spPr>
          <a:xfrm>
            <a:off x="456046" y="403100"/>
            <a:ext cx="8232000" cy="57270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SzPts val="3000"/>
              <a:buNone/>
            </a:pPr>
            <a:r>
              <a:rPr lang="en-US" sz="2600"/>
              <a:t>Future Development</a:t>
            </a:r>
            <a:endParaRPr sz="2600"/>
          </a:p>
        </p:txBody>
      </p:sp>
      <p:sp>
        <p:nvSpPr>
          <p:cNvPr id="111" name="Google Shape;111;g250a953eac4_0_64"/>
          <p:cNvSpPr txBox="1"/>
          <p:nvPr>
            <p:ph idx="1" type="subTitle"/>
          </p:nvPr>
        </p:nvSpPr>
        <p:spPr>
          <a:xfrm>
            <a:off x="924150" y="1515400"/>
            <a:ext cx="3117600" cy="517800"/>
          </a:xfrm>
          <a:prstGeom prst="rect">
            <a:avLst/>
          </a:prstGeom>
          <a:noFill/>
          <a:ln>
            <a:noFill/>
          </a:ln>
        </p:spPr>
        <p:txBody>
          <a:bodyPr anchorCtr="0" anchor="t" bIns="91425" lIns="0" spcFirstLastPara="1" rIns="0" wrap="square" tIns="91425">
            <a:noAutofit/>
          </a:bodyPr>
          <a:lstStyle/>
          <a:p>
            <a:pPr indent="0" lvl="0" marL="0" rtl="0" algn="l">
              <a:lnSpc>
                <a:spcPct val="115000"/>
              </a:lnSpc>
              <a:spcBef>
                <a:spcPts val="0"/>
              </a:spcBef>
              <a:spcAft>
                <a:spcPts val="0"/>
              </a:spcAft>
              <a:buSzPts val="1900"/>
              <a:buNone/>
            </a:pPr>
            <a:r>
              <a:rPr lang="en-US"/>
              <a:t>Lobby Days</a:t>
            </a:r>
            <a:endParaRPr>
              <a:solidFill>
                <a:srgbClr val="0D0D0D"/>
              </a:solidFill>
            </a:endParaRPr>
          </a:p>
        </p:txBody>
      </p:sp>
      <p:sp>
        <p:nvSpPr>
          <p:cNvPr id="112" name="Google Shape;112;g250a953eac4_0_64"/>
          <p:cNvSpPr txBox="1"/>
          <p:nvPr>
            <p:ph idx="1" type="subTitle"/>
          </p:nvPr>
        </p:nvSpPr>
        <p:spPr>
          <a:xfrm>
            <a:off x="5140049" y="1515400"/>
            <a:ext cx="3042000" cy="517800"/>
          </a:xfrm>
          <a:prstGeom prst="rect">
            <a:avLst/>
          </a:prstGeom>
          <a:noFill/>
          <a:ln>
            <a:noFill/>
          </a:ln>
        </p:spPr>
        <p:txBody>
          <a:bodyPr anchorCtr="0" anchor="t" bIns="91425" lIns="0" spcFirstLastPara="1" rIns="0" wrap="square" tIns="91425">
            <a:noAutofit/>
          </a:bodyPr>
          <a:lstStyle/>
          <a:p>
            <a:pPr indent="0" lvl="0" marL="0" rtl="0" algn="l">
              <a:lnSpc>
                <a:spcPct val="115000"/>
              </a:lnSpc>
              <a:spcBef>
                <a:spcPts val="0"/>
              </a:spcBef>
              <a:spcAft>
                <a:spcPts val="0"/>
              </a:spcAft>
              <a:buSzPts val="1900"/>
              <a:buNone/>
            </a:pPr>
            <a:r>
              <a:rPr lang="en-US"/>
              <a:t>Ground Game</a:t>
            </a:r>
            <a:endParaRPr>
              <a:solidFill>
                <a:srgbClr val="0D0D0D"/>
              </a:solidFill>
            </a:endParaRPr>
          </a:p>
        </p:txBody>
      </p:sp>
      <p:sp>
        <p:nvSpPr>
          <p:cNvPr id="113" name="Google Shape;113;g250a953eac4_0_64"/>
          <p:cNvSpPr txBox="1"/>
          <p:nvPr>
            <p:ph idx="2" type="body"/>
          </p:nvPr>
        </p:nvSpPr>
        <p:spPr>
          <a:xfrm>
            <a:off x="1138514" y="2033204"/>
            <a:ext cx="2688900" cy="517800"/>
          </a:xfrm>
          <a:prstGeom prst="rect">
            <a:avLst/>
          </a:prstGeom>
          <a:noFill/>
          <a:ln>
            <a:noFill/>
          </a:ln>
        </p:spPr>
        <p:txBody>
          <a:bodyPr anchorCtr="0" anchor="t" bIns="91425" lIns="0" spcFirstLastPara="1" rIns="0" wrap="square" tIns="91425">
            <a:noAutofit/>
          </a:bodyPr>
          <a:lstStyle/>
          <a:p>
            <a:pPr indent="0" lvl="0" marL="0" rtl="0" algn="l">
              <a:lnSpc>
                <a:spcPct val="115000"/>
              </a:lnSpc>
              <a:spcBef>
                <a:spcPts val="0"/>
              </a:spcBef>
              <a:spcAft>
                <a:spcPts val="0"/>
              </a:spcAft>
              <a:buSzPts val="900"/>
              <a:buNone/>
            </a:pPr>
            <a:r>
              <a:rPr lang="en-US" sz="1000">
                <a:latin typeface="Poppins SemiBold"/>
                <a:ea typeface="Poppins SemiBold"/>
                <a:cs typeface="Poppins SemiBold"/>
                <a:sym typeface="Poppins SemiBold"/>
              </a:rPr>
              <a:t>Event management software add-on</a:t>
            </a:r>
            <a:endParaRPr sz="1000">
              <a:solidFill>
                <a:srgbClr val="0D0D0D"/>
              </a:solidFill>
              <a:latin typeface="Poppins SemiBold"/>
              <a:ea typeface="Poppins SemiBold"/>
              <a:cs typeface="Poppins SemiBold"/>
              <a:sym typeface="Poppins SemiBold"/>
            </a:endParaRPr>
          </a:p>
          <a:p>
            <a:pPr indent="0" lvl="0" marL="0" rtl="0" algn="l">
              <a:lnSpc>
                <a:spcPct val="115000"/>
              </a:lnSpc>
              <a:spcBef>
                <a:spcPts val="900"/>
              </a:spcBef>
              <a:spcAft>
                <a:spcPts val="0"/>
              </a:spcAft>
              <a:buSzPts val="900"/>
              <a:buNone/>
            </a:pPr>
            <a:r>
              <a:rPr lang="en-US">
                <a:solidFill>
                  <a:schemeClr val="dk1"/>
                </a:solidFill>
                <a:latin typeface="Poppins"/>
                <a:ea typeface="Poppins"/>
                <a:cs typeface="Poppins"/>
                <a:sym typeface="Poppins"/>
              </a:rPr>
              <a:t>1. Software service for large groups, associations, non-profits, chambers of commerce</a:t>
            </a:r>
            <a:endParaRPr>
              <a:solidFill>
                <a:schemeClr val="dk1"/>
              </a:solidFill>
              <a:latin typeface="Poppins"/>
              <a:ea typeface="Poppins"/>
              <a:cs typeface="Poppins"/>
              <a:sym typeface="Poppins"/>
            </a:endParaRPr>
          </a:p>
          <a:p>
            <a:pPr indent="0" lvl="0" marL="0" rtl="0" algn="l">
              <a:lnSpc>
                <a:spcPct val="115000"/>
              </a:lnSpc>
              <a:spcBef>
                <a:spcPts val="900"/>
              </a:spcBef>
              <a:spcAft>
                <a:spcPts val="0"/>
              </a:spcAft>
              <a:buSzPts val="900"/>
              <a:buNone/>
            </a:pPr>
            <a:r>
              <a:rPr lang="en-US">
                <a:solidFill>
                  <a:schemeClr val="dk1"/>
                </a:solidFill>
                <a:latin typeface="Poppins"/>
                <a:ea typeface="Poppins"/>
                <a:cs typeface="Poppins"/>
                <a:sym typeface="Poppins"/>
              </a:rPr>
              <a:t>2. Mobile automated registration</a:t>
            </a:r>
            <a:endParaRPr>
              <a:solidFill>
                <a:schemeClr val="dk1"/>
              </a:solidFill>
              <a:latin typeface="Poppins"/>
              <a:ea typeface="Poppins"/>
              <a:cs typeface="Poppins"/>
              <a:sym typeface="Poppins"/>
            </a:endParaRPr>
          </a:p>
          <a:p>
            <a:pPr indent="0" lvl="0" marL="0" rtl="0" algn="l">
              <a:lnSpc>
                <a:spcPct val="115000"/>
              </a:lnSpc>
              <a:spcBef>
                <a:spcPts val="900"/>
              </a:spcBef>
              <a:spcAft>
                <a:spcPts val="0"/>
              </a:spcAft>
              <a:buSzPts val="900"/>
              <a:buNone/>
            </a:pPr>
            <a:r>
              <a:rPr lang="en-US">
                <a:solidFill>
                  <a:schemeClr val="dk1"/>
                </a:solidFill>
                <a:latin typeface="Poppins"/>
                <a:ea typeface="Poppins"/>
                <a:cs typeface="Poppins"/>
                <a:sym typeface="Poppins"/>
              </a:rPr>
              <a:t>3. Automated meeting scheduling to match attendee to legislators</a:t>
            </a:r>
            <a:endParaRPr>
              <a:solidFill>
                <a:schemeClr val="dk1"/>
              </a:solidFill>
              <a:latin typeface="Poppins"/>
              <a:ea typeface="Poppins"/>
              <a:cs typeface="Poppins"/>
              <a:sym typeface="Poppins"/>
            </a:endParaRPr>
          </a:p>
          <a:p>
            <a:pPr indent="0" lvl="0" marL="0" rtl="0" algn="l">
              <a:lnSpc>
                <a:spcPct val="115000"/>
              </a:lnSpc>
              <a:spcBef>
                <a:spcPts val="900"/>
              </a:spcBef>
              <a:spcAft>
                <a:spcPts val="0"/>
              </a:spcAft>
              <a:buSzPts val="900"/>
              <a:buNone/>
            </a:pPr>
            <a:r>
              <a:rPr lang="en-US">
                <a:solidFill>
                  <a:schemeClr val="dk1"/>
                </a:solidFill>
                <a:latin typeface="Poppins"/>
                <a:ea typeface="Poppins"/>
                <a:cs typeface="Poppins"/>
                <a:sym typeface="Poppins"/>
              </a:rPr>
              <a:t>4. Event communications and training all in one place</a:t>
            </a:r>
            <a:endParaRPr>
              <a:solidFill>
                <a:schemeClr val="dk1"/>
              </a:solidFill>
              <a:latin typeface="Poppins"/>
              <a:ea typeface="Poppins"/>
              <a:cs typeface="Poppins"/>
              <a:sym typeface="Poppins"/>
            </a:endParaRPr>
          </a:p>
          <a:p>
            <a:pPr indent="0" lvl="0" marL="0" rtl="0" algn="l">
              <a:lnSpc>
                <a:spcPct val="115000"/>
              </a:lnSpc>
              <a:spcBef>
                <a:spcPts val="900"/>
              </a:spcBef>
              <a:spcAft>
                <a:spcPts val="0"/>
              </a:spcAft>
              <a:buSzPts val="900"/>
              <a:buNone/>
            </a:pPr>
            <a:r>
              <a:t/>
            </a:r>
            <a:endParaRPr>
              <a:solidFill>
                <a:schemeClr val="dk1"/>
              </a:solidFill>
              <a:latin typeface="Poppins"/>
              <a:ea typeface="Poppins"/>
              <a:cs typeface="Poppins"/>
              <a:sym typeface="Poppins"/>
            </a:endParaRPr>
          </a:p>
        </p:txBody>
      </p:sp>
      <p:sp>
        <p:nvSpPr>
          <p:cNvPr id="114" name="Google Shape;114;g250a953eac4_0_64"/>
          <p:cNvSpPr txBox="1"/>
          <p:nvPr>
            <p:ph idx="2" type="body"/>
          </p:nvPr>
        </p:nvSpPr>
        <p:spPr>
          <a:xfrm>
            <a:off x="5316564" y="2033204"/>
            <a:ext cx="2688900" cy="517800"/>
          </a:xfrm>
          <a:prstGeom prst="rect">
            <a:avLst/>
          </a:prstGeom>
          <a:noFill/>
          <a:ln>
            <a:noFill/>
          </a:ln>
        </p:spPr>
        <p:txBody>
          <a:bodyPr anchorCtr="0" anchor="t" bIns="91425" lIns="0" spcFirstLastPara="1" rIns="0" wrap="square" tIns="91425">
            <a:noAutofit/>
          </a:bodyPr>
          <a:lstStyle/>
          <a:p>
            <a:pPr indent="0" lvl="0" marL="0" rtl="0" algn="l">
              <a:lnSpc>
                <a:spcPct val="115000"/>
              </a:lnSpc>
              <a:spcBef>
                <a:spcPts val="0"/>
              </a:spcBef>
              <a:spcAft>
                <a:spcPts val="0"/>
              </a:spcAft>
              <a:buSzPts val="900"/>
              <a:buNone/>
            </a:pPr>
            <a:r>
              <a:rPr lang="en-US" sz="1000">
                <a:latin typeface="Poppins SemiBold"/>
                <a:ea typeface="Poppins SemiBold"/>
                <a:cs typeface="Poppins SemiBold"/>
                <a:sym typeface="Poppins SemiBold"/>
              </a:rPr>
              <a:t>Email advocacy and campaign software </a:t>
            </a:r>
            <a:endParaRPr sz="1000">
              <a:solidFill>
                <a:srgbClr val="0D0D0D"/>
              </a:solidFill>
              <a:latin typeface="Poppins SemiBold"/>
              <a:ea typeface="Poppins SemiBold"/>
              <a:cs typeface="Poppins SemiBold"/>
              <a:sym typeface="Poppins SemiBold"/>
            </a:endParaRPr>
          </a:p>
          <a:p>
            <a:pPr indent="0" lvl="0" marL="0" rtl="0" algn="l">
              <a:lnSpc>
                <a:spcPct val="115000"/>
              </a:lnSpc>
              <a:spcBef>
                <a:spcPts val="900"/>
              </a:spcBef>
              <a:spcAft>
                <a:spcPts val="0"/>
              </a:spcAft>
              <a:buSzPts val="900"/>
              <a:buNone/>
            </a:pPr>
            <a:r>
              <a:rPr lang="en-US">
                <a:solidFill>
                  <a:schemeClr val="dk1"/>
                </a:solidFill>
                <a:latin typeface="Poppins"/>
                <a:ea typeface="Poppins"/>
                <a:cs typeface="Poppins"/>
                <a:sym typeface="Poppins"/>
              </a:rPr>
              <a:t>1. Member focused communications on legislation and regulatory action</a:t>
            </a:r>
            <a:endParaRPr>
              <a:solidFill>
                <a:schemeClr val="dk1"/>
              </a:solidFill>
              <a:latin typeface="Poppins"/>
              <a:ea typeface="Poppins"/>
              <a:cs typeface="Poppins"/>
              <a:sym typeface="Poppins"/>
            </a:endParaRPr>
          </a:p>
          <a:p>
            <a:pPr indent="0" lvl="0" marL="0" rtl="0" algn="l">
              <a:lnSpc>
                <a:spcPct val="115000"/>
              </a:lnSpc>
              <a:spcBef>
                <a:spcPts val="900"/>
              </a:spcBef>
              <a:spcAft>
                <a:spcPts val="0"/>
              </a:spcAft>
              <a:buSzPts val="900"/>
              <a:buNone/>
            </a:pPr>
            <a:r>
              <a:rPr lang="en-US">
                <a:solidFill>
                  <a:schemeClr val="dk1"/>
                </a:solidFill>
                <a:latin typeface="Poppins"/>
                <a:ea typeface="Poppins"/>
                <a:cs typeface="Poppins"/>
                <a:sym typeface="Poppins"/>
              </a:rPr>
              <a:t>2. Grass roots campaign tools to increase engagement</a:t>
            </a:r>
            <a:endParaRPr>
              <a:solidFill>
                <a:schemeClr val="dk1"/>
              </a:solidFill>
              <a:latin typeface="Poppins"/>
              <a:ea typeface="Poppins"/>
              <a:cs typeface="Poppins"/>
              <a:sym typeface="Poppins"/>
            </a:endParaRPr>
          </a:p>
          <a:p>
            <a:pPr indent="0" lvl="0" marL="0" rtl="0" algn="l">
              <a:lnSpc>
                <a:spcPct val="115000"/>
              </a:lnSpc>
              <a:spcBef>
                <a:spcPts val="900"/>
              </a:spcBef>
              <a:spcAft>
                <a:spcPts val="0"/>
              </a:spcAft>
              <a:buSzPts val="900"/>
              <a:buNone/>
            </a:pPr>
            <a:r>
              <a:rPr lang="en-US">
                <a:solidFill>
                  <a:schemeClr val="dk1"/>
                </a:solidFill>
                <a:latin typeface="Poppins"/>
                <a:ea typeface="Poppins"/>
                <a:cs typeface="Poppins"/>
                <a:sym typeface="Poppins"/>
              </a:rPr>
              <a:t>3. Track member engagement and priorities to adjust messaging and increase impact</a:t>
            </a:r>
            <a:endParaRPr>
              <a:solidFill>
                <a:schemeClr val="dk1"/>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cxnSp>
        <p:nvCxnSpPr>
          <p:cNvPr id="119" name="Google Shape;119;g2772ac48db5_0_86"/>
          <p:cNvCxnSpPr/>
          <p:nvPr/>
        </p:nvCxnSpPr>
        <p:spPr>
          <a:xfrm>
            <a:off x="2351800" y="3022925"/>
            <a:ext cx="6792300" cy="0"/>
          </a:xfrm>
          <a:prstGeom prst="straightConnector1">
            <a:avLst/>
          </a:prstGeom>
          <a:noFill/>
          <a:ln cap="flat" cmpd="sng" w="19050">
            <a:solidFill>
              <a:schemeClr val="lt1"/>
            </a:solidFill>
            <a:prstDash val="solid"/>
            <a:round/>
            <a:headEnd len="sm" w="sm" type="none"/>
            <a:tailEnd len="sm" w="sm" type="none"/>
          </a:ln>
        </p:spPr>
      </p:cxnSp>
      <p:sp>
        <p:nvSpPr>
          <p:cNvPr id="120" name="Google Shape;120;g2772ac48db5_0_86"/>
          <p:cNvSpPr/>
          <p:nvPr/>
        </p:nvSpPr>
        <p:spPr>
          <a:xfrm>
            <a:off x="4963497" y="1350750"/>
            <a:ext cx="3395100" cy="3339300"/>
          </a:xfrm>
          <a:prstGeom prst="roundRect">
            <a:avLst>
              <a:gd fmla="val 76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g2772ac48db5_0_86"/>
          <p:cNvSpPr/>
          <p:nvPr/>
        </p:nvSpPr>
        <p:spPr>
          <a:xfrm>
            <a:off x="785400" y="1350750"/>
            <a:ext cx="3395100" cy="3339300"/>
          </a:xfrm>
          <a:prstGeom prst="roundRect">
            <a:avLst>
              <a:gd fmla="val 7624" name="adj"/>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g2772ac48db5_0_86"/>
          <p:cNvSpPr txBox="1"/>
          <p:nvPr>
            <p:ph type="title"/>
          </p:nvPr>
        </p:nvSpPr>
        <p:spPr>
          <a:xfrm>
            <a:off x="456046" y="403100"/>
            <a:ext cx="8232000" cy="57270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SzPts val="3000"/>
              <a:buNone/>
            </a:pPr>
            <a:r>
              <a:rPr lang="en-US" sz="2600"/>
              <a:t>Future Development Ideas</a:t>
            </a:r>
            <a:endParaRPr sz="2600"/>
          </a:p>
        </p:txBody>
      </p:sp>
      <p:sp>
        <p:nvSpPr>
          <p:cNvPr id="123" name="Google Shape;123;g2772ac48db5_0_86"/>
          <p:cNvSpPr txBox="1"/>
          <p:nvPr>
            <p:ph idx="1" type="subTitle"/>
          </p:nvPr>
        </p:nvSpPr>
        <p:spPr>
          <a:xfrm>
            <a:off x="924150" y="1515400"/>
            <a:ext cx="3117600" cy="517800"/>
          </a:xfrm>
          <a:prstGeom prst="rect">
            <a:avLst/>
          </a:prstGeom>
          <a:noFill/>
          <a:ln>
            <a:noFill/>
          </a:ln>
        </p:spPr>
        <p:txBody>
          <a:bodyPr anchorCtr="0" anchor="t" bIns="91425" lIns="0" spcFirstLastPara="1" rIns="0" wrap="square" tIns="91425">
            <a:noAutofit/>
          </a:bodyPr>
          <a:lstStyle/>
          <a:p>
            <a:pPr indent="0" lvl="0" marL="0" rtl="0" algn="l">
              <a:lnSpc>
                <a:spcPct val="115000"/>
              </a:lnSpc>
              <a:spcBef>
                <a:spcPts val="0"/>
              </a:spcBef>
              <a:spcAft>
                <a:spcPts val="0"/>
              </a:spcAft>
              <a:buSzPts val="1900"/>
              <a:buNone/>
            </a:pPr>
            <a:r>
              <a:rPr lang="en-US"/>
              <a:t>Lobby Activity Reporting</a:t>
            </a:r>
            <a:endParaRPr>
              <a:solidFill>
                <a:srgbClr val="0D0D0D"/>
              </a:solidFill>
            </a:endParaRPr>
          </a:p>
        </p:txBody>
      </p:sp>
      <p:sp>
        <p:nvSpPr>
          <p:cNvPr id="124" name="Google Shape;124;g2772ac48db5_0_86"/>
          <p:cNvSpPr txBox="1"/>
          <p:nvPr>
            <p:ph idx="1" type="subTitle"/>
          </p:nvPr>
        </p:nvSpPr>
        <p:spPr>
          <a:xfrm>
            <a:off x="5140049" y="1515400"/>
            <a:ext cx="3042000" cy="517800"/>
          </a:xfrm>
          <a:prstGeom prst="rect">
            <a:avLst/>
          </a:prstGeom>
          <a:noFill/>
          <a:ln>
            <a:noFill/>
          </a:ln>
        </p:spPr>
        <p:txBody>
          <a:bodyPr anchorCtr="0" anchor="t" bIns="91425" lIns="0" spcFirstLastPara="1" rIns="0" wrap="square" tIns="91425">
            <a:noAutofit/>
          </a:bodyPr>
          <a:lstStyle/>
          <a:p>
            <a:pPr indent="0" lvl="0" marL="0" rtl="0" algn="l">
              <a:lnSpc>
                <a:spcPct val="115000"/>
              </a:lnSpc>
              <a:spcBef>
                <a:spcPts val="0"/>
              </a:spcBef>
              <a:spcAft>
                <a:spcPts val="0"/>
              </a:spcAft>
              <a:buSzPts val="1900"/>
              <a:buNone/>
            </a:pPr>
            <a:r>
              <a:rPr lang="en-US"/>
              <a:t>Point of Order Scraping</a:t>
            </a:r>
            <a:endParaRPr>
              <a:solidFill>
                <a:srgbClr val="0D0D0D"/>
              </a:solidFill>
            </a:endParaRPr>
          </a:p>
        </p:txBody>
      </p:sp>
      <p:sp>
        <p:nvSpPr>
          <p:cNvPr id="125" name="Google Shape;125;g2772ac48db5_0_86"/>
          <p:cNvSpPr txBox="1"/>
          <p:nvPr>
            <p:ph idx="2" type="body"/>
          </p:nvPr>
        </p:nvSpPr>
        <p:spPr>
          <a:xfrm>
            <a:off x="1138514" y="2033204"/>
            <a:ext cx="2688900" cy="517800"/>
          </a:xfrm>
          <a:prstGeom prst="rect">
            <a:avLst/>
          </a:prstGeom>
          <a:noFill/>
          <a:ln>
            <a:noFill/>
          </a:ln>
        </p:spPr>
        <p:txBody>
          <a:bodyPr anchorCtr="0" anchor="t" bIns="91425" lIns="0" spcFirstLastPara="1" rIns="0" wrap="square" tIns="91425">
            <a:noAutofit/>
          </a:bodyPr>
          <a:lstStyle/>
          <a:p>
            <a:pPr indent="0" lvl="0" marL="0" rtl="0" algn="l">
              <a:lnSpc>
                <a:spcPct val="115000"/>
              </a:lnSpc>
              <a:spcBef>
                <a:spcPts val="0"/>
              </a:spcBef>
              <a:spcAft>
                <a:spcPts val="0"/>
              </a:spcAft>
              <a:buSzPts val="900"/>
              <a:buNone/>
            </a:pPr>
            <a:r>
              <a:rPr lang="en-US" sz="1000">
                <a:latin typeface="Poppins SemiBold"/>
                <a:ea typeface="Poppins SemiBold"/>
                <a:cs typeface="Poppins SemiBold"/>
                <a:sym typeface="Poppins SemiBold"/>
              </a:rPr>
              <a:t>Telling story of ROI on work accomplished</a:t>
            </a:r>
            <a:endParaRPr sz="1000">
              <a:solidFill>
                <a:srgbClr val="0D0D0D"/>
              </a:solidFill>
              <a:latin typeface="Poppins SemiBold"/>
              <a:ea typeface="Poppins SemiBold"/>
              <a:cs typeface="Poppins SemiBold"/>
              <a:sym typeface="Poppins SemiBold"/>
            </a:endParaRPr>
          </a:p>
          <a:p>
            <a:pPr indent="0" lvl="0" marL="0" rtl="0" algn="l">
              <a:lnSpc>
                <a:spcPct val="115000"/>
              </a:lnSpc>
              <a:spcBef>
                <a:spcPts val="900"/>
              </a:spcBef>
              <a:spcAft>
                <a:spcPts val="0"/>
              </a:spcAft>
              <a:buSzPts val="900"/>
              <a:buNone/>
            </a:pPr>
            <a:r>
              <a:rPr lang="en-US">
                <a:solidFill>
                  <a:schemeClr val="dk1"/>
                </a:solidFill>
                <a:latin typeface="Poppins"/>
                <a:ea typeface="Poppins"/>
                <a:cs typeface="Poppins"/>
                <a:sym typeface="Poppins"/>
              </a:rPr>
              <a:t>1. Product generated report to clients</a:t>
            </a:r>
            <a:endParaRPr>
              <a:solidFill>
                <a:schemeClr val="dk1"/>
              </a:solidFill>
              <a:latin typeface="Poppins"/>
              <a:ea typeface="Poppins"/>
              <a:cs typeface="Poppins"/>
              <a:sym typeface="Poppins"/>
            </a:endParaRPr>
          </a:p>
          <a:p>
            <a:pPr indent="0" lvl="0" marL="0" rtl="0" algn="l">
              <a:lnSpc>
                <a:spcPct val="115000"/>
              </a:lnSpc>
              <a:spcBef>
                <a:spcPts val="900"/>
              </a:spcBef>
              <a:spcAft>
                <a:spcPts val="0"/>
              </a:spcAft>
              <a:buSzPts val="900"/>
              <a:buNone/>
            </a:pPr>
            <a:r>
              <a:rPr lang="en-US">
                <a:solidFill>
                  <a:schemeClr val="dk1"/>
                </a:solidFill>
                <a:latin typeface="Poppins"/>
                <a:ea typeface="Poppins"/>
                <a:cs typeface="Poppins"/>
                <a:sym typeface="Poppins"/>
              </a:rPr>
              <a:t>2. Dropdown menu options</a:t>
            </a:r>
            <a:endParaRPr>
              <a:solidFill>
                <a:schemeClr val="dk1"/>
              </a:solidFill>
              <a:latin typeface="Poppins"/>
              <a:ea typeface="Poppins"/>
              <a:cs typeface="Poppins"/>
              <a:sym typeface="Poppins"/>
            </a:endParaRPr>
          </a:p>
          <a:p>
            <a:pPr indent="0" lvl="0" marL="0" rtl="0" algn="l">
              <a:lnSpc>
                <a:spcPct val="115000"/>
              </a:lnSpc>
              <a:spcBef>
                <a:spcPts val="900"/>
              </a:spcBef>
              <a:spcAft>
                <a:spcPts val="0"/>
              </a:spcAft>
              <a:buSzPts val="900"/>
              <a:buNone/>
            </a:pPr>
            <a:r>
              <a:rPr lang="en-US">
                <a:solidFill>
                  <a:schemeClr val="dk1"/>
                </a:solidFill>
                <a:latin typeface="Poppins"/>
                <a:ea typeface="Poppins"/>
                <a:cs typeface="Poppins"/>
                <a:sym typeface="Poppins"/>
              </a:rPr>
              <a:t>3. Schedule meeting, phone call, video call</a:t>
            </a:r>
            <a:endParaRPr>
              <a:solidFill>
                <a:schemeClr val="dk1"/>
              </a:solidFill>
              <a:latin typeface="Poppins"/>
              <a:ea typeface="Poppins"/>
              <a:cs typeface="Poppins"/>
              <a:sym typeface="Poppins"/>
            </a:endParaRPr>
          </a:p>
          <a:p>
            <a:pPr indent="0" lvl="0" marL="0" rtl="0" algn="l">
              <a:lnSpc>
                <a:spcPct val="115000"/>
              </a:lnSpc>
              <a:spcBef>
                <a:spcPts val="900"/>
              </a:spcBef>
              <a:spcAft>
                <a:spcPts val="0"/>
              </a:spcAft>
              <a:buSzPts val="900"/>
              <a:buNone/>
            </a:pPr>
            <a:r>
              <a:rPr lang="en-US">
                <a:solidFill>
                  <a:schemeClr val="dk1"/>
                </a:solidFill>
                <a:latin typeface="Poppins"/>
                <a:ea typeface="Poppins"/>
                <a:cs typeface="Poppins"/>
                <a:sym typeface="Poppins"/>
              </a:rPr>
              <a:t>4. Record staff and member meetings</a:t>
            </a:r>
            <a:endParaRPr>
              <a:solidFill>
                <a:schemeClr val="dk1"/>
              </a:solidFill>
              <a:latin typeface="Poppins"/>
              <a:ea typeface="Poppins"/>
              <a:cs typeface="Poppins"/>
              <a:sym typeface="Poppins"/>
            </a:endParaRPr>
          </a:p>
          <a:p>
            <a:pPr indent="0" lvl="0" marL="0" rtl="0" algn="l">
              <a:lnSpc>
                <a:spcPct val="115000"/>
              </a:lnSpc>
              <a:spcBef>
                <a:spcPts val="900"/>
              </a:spcBef>
              <a:spcAft>
                <a:spcPts val="0"/>
              </a:spcAft>
              <a:buSzPts val="900"/>
              <a:buNone/>
            </a:pPr>
            <a:r>
              <a:rPr lang="en-US">
                <a:solidFill>
                  <a:schemeClr val="dk1"/>
                </a:solidFill>
                <a:latin typeface="Poppins"/>
                <a:ea typeface="Poppins"/>
                <a:cs typeface="Poppins"/>
                <a:sym typeface="Poppins"/>
              </a:rPr>
              <a:t>5. Summarize meetings and outcomes of legislation</a:t>
            </a:r>
            <a:endParaRPr>
              <a:solidFill>
                <a:schemeClr val="dk1"/>
              </a:solidFill>
              <a:latin typeface="Poppins"/>
              <a:ea typeface="Poppins"/>
              <a:cs typeface="Poppins"/>
              <a:sym typeface="Poppins"/>
            </a:endParaRPr>
          </a:p>
        </p:txBody>
      </p:sp>
      <p:sp>
        <p:nvSpPr>
          <p:cNvPr id="126" name="Google Shape;126;g2772ac48db5_0_86"/>
          <p:cNvSpPr txBox="1"/>
          <p:nvPr>
            <p:ph idx="2" type="body"/>
          </p:nvPr>
        </p:nvSpPr>
        <p:spPr>
          <a:xfrm>
            <a:off x="5316564" y="2033204"/>
            <a:ext cx="2688900" cy="517800"/>
          </a:xfrm>
          <a:prstGeom prst="rect">
            <a:avLst/>
          </a:prstGeom>
          <a:noFill/>
          <a:ln>
            <a:noFill/>
          </a:ln>
        </p:spPr>
        <p:txBody>
          <a:bodyPr anchorCtr="0" anchor="t" bIns="91425" lIns="0" spcFirstLastPara="1" rIns="0" wrap="square" tIns="91425">
            <a:noAutofit/>
          </a:bodyPr>
          <a:lstStyle/>
          <a:p>
            <a:pPr indent="0" lvl="0" marL="0" rtl="0" algn="l">
              <a:lnSpc>
                <a:spcPct val="115000"/>
              </a:lnSpc>
              <a:spcBef>
                <a:spcPts val="0"/>
              </a:spcBef>
              <a:spcAft>
                <a:spcPts val="0"/>
              </a:spcAft>
              <a:buSzPts val="900"/>
              <a:buNone/>
            </a:pPr>
            <a:r>
              <a:rPr lang="en-US" sz="1000">
                <a:latin typeface="Poppins SemiBold"/>
                <a:ea typeface="Poppins SemiBold"/>
                <a:cs typeface="Poppins SemiBold"/>
                <a:sym typeface="Poppins SemiBold"/>
              </a:rPr>
              <a:t>AI scraping and report of potential POO</a:t>
            </a:r>
            <a:endParaRPr sz="1000">
              <a:solidFill>
                <a:srgbClr val="0D0D0D"/>
              </a:solidFill>
              <a:latin typeface="Poppins SemiBold"/>
              <a:ea typeface="Poppins SemiBold"/>
              <a:cs typeface="Poppins SemiBold"/>
              <a:sym typeface="Poppins SemiBold"/>
            </a:endParaRPr>
          </a:p>
          <a:p>
            <a:pPr indent="0" lvl="0" marL="0" rtl="0" algn="l">
              <a:lnSpc>
                <a:spcPct val="115000"/>
              </a:lnSpc>
              <a:spcBef>
                <a:spcPts val="900"/>
              </a:spcBef>
              <a:spcAft>
                <a:spcPts val="0"/>
              </a:spcAft>
              <a:buSzPts val="900"/>
              <a:buNone/>
            </a:pPr>
            <a:r>
              <a:rPr lang="en-US">
                <a:solidFill>
                  <a:schemeClr val="dk1"/>
                </a:solidFill>
                <a:latin typeface="Poppins"/>
                <a:ea typeface="Poppins"/>
                <a:cs typeface="Poppins"/>
                <a:sym typeface="Poppins"/>
              </a:rPr>
              <a:t>1. Upload up-to-date House and Senate rules</a:t>
            </a:r>
            <a:endParaRPr>
              <a:solidFill>
                <a:schemeClr val="dk1"/>
              </a:solidFill>
              <a:latin typeface="Poppins"/>
              <a:ea typeface="Poppins"/>
              <a:cs typeface="Poppins"/>
              <a:sym typeface="Poppins"/>
            </a:endParaRPr>
          </a:p>
          <a:p>
            <a:pPr indent="0" lvl="0" marL="0" rtl="0" algn="l">
              <a:lnSpc>
                <a:spcPct val="115000"/>
              </a:lnSpc>
              <a:spcBef>
                <a:spcPts val="900"/>
              </a:spcBef>
              <a:spcAft>
                <a:spcPts val="0"/>
              </a:spcAft>
              <a:buSzPts val="900"/>
              <a:buNone/>
            </a:pPr>
            <a:r>
              <a:rPr lang="en-US">
                <a:solidFill>
                  <a:schemeClr val="dk1"/>
                </a:solidFill>
                <a:latin typeface="Poppins"/>
                <a:ea typeface="Poppins"/>
                <a:cs typeface="Poppins"/>
                <a:sym typeface="Poppins"/>
              </a:rPr>
              <a:t>2. Run legislation of interest against rules</a:t>
            </a:r>
            <a:endParaRPr>
              <a:solidFill>
                <a:schemeClr val="dk1"/>
              </a:solidFill>
              <a:latin typeface="Poppins"/>
              <a:ea typeface="Poppins"/>
              <a:cs typeface="Poppins"/>
              <a:sym typeface="Poppins"/>
            </a:endParaRPr>
          </a:p>
          <a:p>
            <a:pPr indent="0" lvl="0" marL="0" rtl="0" algn="l">
              <a:lnSpc>
                <a:spcPct val="115000"/>
              </a:lnSpc>
              <a:spcBef>
                <a:spcPts val="900"/>
              </a:spcBef>
              <a:spcAft>
                <a:spcPts val="0"/>
              </a:spcAft>
              <a:buSzPts val="900"/>
              <a:buNone/>
            </a:pPr>
            <a:r>
              <a:rPr lang="en-US">
                <a:solidFill>
                  <a:schemeClr val="dk1"/>
                </a:solidFill>
                <a:latin typeface="Poppins"/>
                <a:ea typeface="Poppins"/>
                <a:cs typeface="Poppins"/>
                <a:sym typeface="Poppins"/>
              </a:rPr>
              <a:t>3. Generate report of potential POO and   reference rule in violation</a:t>
            </a:r>
            <a:endParaRPr>
              <a:solidFill>
                <a:schemeClr val="dk1"/>
              </a:solidFill>
              <a:latin typeface="Poppins"/>
              <a:ea typeface="Poppins"/>
              <a:cs typeface="Poppins"/>
              <a:sym typeface="Poppins"/>
            </a:endParaRPr>
          </a:p>
          <a:p>
            <a:pPr indent="0" lvl="0" marL="0" rtl="0" algn="l">
              <a:lnSpc>
                <a:spcPct val="115000"/>
              </a:lnSpc>
              <a:spcBef>
                <a:spcPts val="900"/>
              </a:spcBef>
              <a:spcAft>
                <a:spcPts val="0"/>
              </a:spcAft>
              <a:buSzPts val="900"/>
              <a:buNone/>
            </a:pPr>
            <a:r>
              <a:rPr lang="en-US">
                <a:solidFill>
                  <a:schemeClr val="dk1"/>
                </a:solidFill>
                <a:latin typeface="Poppins"/>
                <a:ea typeface="Poppins"/>
                <a:cs typeface="Poppins"/>
                <a:sym typeface="Poppins"/>
              </a:rPr>
              <a:t>4. Downloadable and shareable</a:t>
            </a:r>
            <a:endParaRPr>
              <a:solidFill>
                <a:schemeClr val="dk1"/>
              </a:solidFill>
              <a:latin typeface="Poppins"/>
              <a:ea typeface="Poppins"/>
              <a:cs typeface="Poppins"/>
              <a:sym typeface="Poppi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id="131" name="Google Shape;131;g250a953eac4_0_2"/>
          <p:cNvPicPr preferRelativeResize="0"/>
          <p:nvPr/>
        </p:nvPicPr>
        <p:blipFill rotWithShape="1">
          <a:blip r:embed="rId3">
            <a:alphaModFix/>
          </a:blip>
          <a:srcRect b="0" l="0" r="0" t="0"/>
          <a:stretch/>
        </p:blipFill>
        <p:spPr>
          <a:xfrm>
            <a:off x="99029" y="1267825"/>
            <a:ext cx="5135750" cy="3346624"/>
          </a:xfrm>
          <a:prstGeom prst="rect">
            <a:avLst/>
          </a:prstGeom>
          <a:noFill/>
          <a:ln>
            <a:noFill/>
          </a:ln>
        </p:spPr>
      </p:pic>
      <p:sp>
        <p:nvSpPr>
          <p:cNvPr id="132" name="Google Shape;132;g250a953eac4_0_2"/>
          <p:cNvSpPr/>
          <p:nvPr/>
        </p:nvSpPr>
        <p:spPr>
          <a:xfrm>
            <a:off x="5333800" y="481525"/>
            <a:ext cx="3333900" cy="4187700"/>
          </a:xfrm>
          <a:prstGeom prst="roundRect">
            <a:avLst>
              <a:gd fmla="val 8097"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g250a953eac4_0_2"/>
          <p:cNvSpPr txBox="1"/>
          <p:nvPr/>
        </p:nvSpPr>
        <p:spPr>
          <a:xfrm>
            <a:off x="5689225" y="1472800"/>
            <a:ext cx="2622600" cy="177000"/>
          </a:xfrm>
          <a:prstGeom prst="rect">
            <a:avLst/>
          </a:prstGeom>
          <a:noFill/>
          <a:ln>
            <a:noFill/>
          </a:ln>
        </p:spPr>
        <p:txBody>
          <a:bodyPr anchorCtr="0" anchor="t" bIns="19050" lIns="19050" spcFirstLastPara="1" rIns="19050" wrap="square" tIns="19050">
            <a:noAutofit/>
          </a:bodyPr>
          <a:lstStyle/>
          <a:p>
            <a:pPr indent="0" lvl="0" marL="0" marR="0" rtl="0" algn="l">
              <a:lnSpc>
                <a:spcPct val="140000"/>
              </a:lnSpc>
              <a:spcBef>
                <a:spcPts val="1500"/>
              </a:spcBef>
              <a:spcAft>
                <a:spcPts val="0"/>
              </a:spcAft>
              <a:buClr>
                <a:srgbClr val="000000"/>
              </a:buClr>
              <a:buSzPts val="900"/>
              <a:buFont typeface="Arial"/>
              <a:buNone/>
            </a:pPr>
            <a:r>
              <a:rPr b="0" i="0" lang="en-US" sz="900" u="none" cap="none" strike="noStrike">
                <a:solidFill>
                  <a:srgbClr val="0D0D0D"/>
                </a:solidFill>
                <a:latin typeface="Poppins Medium"/>
                <a:ea typeface="Poppins Medium"/>
                <a:cs typeface="Poppins Medium"/>
                <a:sym typeface="Poppins Medium"/>
              </a:rPr>
              <a:t>Focusing on launching in home state of TX first, and with the right team and investment, we can scale to multiple states.</a:t>
            </a:r>
            <a:endParaRPr b="0" i="0" sz="900" u="none" cap="none" strike="noStrike">
              <a:solidFill>
                <a:srgbClr val="0D0D0D"/>
              </a:solidFill>
              <a:latin typeface="Poppins Medium"/>
              <a:ea typeface="Poppins Medium"/>
              <a:cs typeface="Poppins Medium"/>
              <a:sym typeface="Poppins Medium"/>
            </a:endParaRPr>
          </a:p>
          <a:p>
            <a:pPr indent="0" lvl="0" marL="0" marR="0" rtl="0" algn="l">
              <a:lnSpc>
                <a:spcPct val="140000"/>
              </a:lnSpc>
              <a:spcBef>
                <a:spcPts val="1500"/>
              </a:spcBef>
              <a:spcAft>
                <a:spcPts val="0"/>
              </a:spcAft>
              <a:buClr>
                <a:srgbClr val="000000"/>
              </a:buClr>
              <a:buSzPts val="900"/>
              <a:buFont typeface="Arial"/>
              <a:buNone/>
            </a:pPr>
            <a:r>
              <a:rPr b="1" i="0" lang="en-US" sz="900" u="none" cap="none" strike="noStrike">
                <a:solidFill>
                  <a:srgbClr val="0D0D0D"/>
                </a:solidFill>
                <a:latin typeface="Poppins"/>
                <a:ea typeface="Poppins"/>
                <a:cs typeface="Poppins"/>
                <a:sym typeface="Poppins"/>
              </a:rPr>
              <a:t>Virginia </a:t>
            </a:r>
            <a:r>
              <a:rPr b="0" i="0" lang="en-US" sz="900" u="none" cap="none" strike="noStrike">
                <a:solidFill>
                  <a:srgbClr val="0D0D0D"/>
                </a:solidFill>
                <a:latin typeface="Poppins Medium"/>
                <a:ea typeface="Poppins Medium"/>
                <a:cs typeface="Poppins Medium"/>
                <a:sym typeface="Poppins Medium"/>
              </a:rPr>
              <a:t>- 2,800 lobbyists retained by 1,200 clients (incl. 500 companies, 300 trade associations, 175 labor orgs, 125 local govts)</a:t>
            </a:r>
            <a:endParaRPr b="0" i="0" sz="900" u="none" cap="none" strike="noStrike">
              <a:solidFill>
                <a:srgbClr val="0D0D0D"/>
              </a:solidFill>
              <a:latin typeface="Poppins Medium"/>
              <a:ea typeface="Poppins Medium"/>
              <a:cs typeface="Poppins Medium"/>
              <a:sym typeface="Poppins Medium"/>
            </a:endParaRPr>
          </a:p>
          <a:p>
            <a:pPr indent="0" lvl="0" marL="0" marR="0" rtl="0" algn="l">
              <a:lnSpc>
                <a:spcPct val="140000"/>
              </a:lnSpc>
              <a:spcBef>
                <a:spcPts val="1500"/>
              </a:spcBef>
              <a:spcAft>
                <a:spcPts val="0"/>
              </a:spcAft>
              <a:buClr>
                <a:srgbClr val="000000"/>
              </a:buClr>
              <a:buSzPts val="900"/>
              <a:buFont typeface="Arial"/>
              <a:buNone/>
            </a:pPr>
            <a:r>
              <a:rPr b="1" i="0" lang="en-US" sz="900" u="none" cap="none" strike="noStrike">
                <a:solidFill>
                  <a:srgbClr val="0D0D0D"/>
                </a:solidFill>
                <a:latin typeface="Poppins"/>
                <a:ea typeface="Poppins"/>
                <a:cs typeface="Poppins"/>
                <a:sym typeface="Poppins"/>
              </a:rPr>
              <a:t>Colorado</a:t>
            </a:r>
            <a:r>
              <a:rPr b="0" i="0" lang="en-US" sz="900" u="none" cap="none" strike="noStrike">
                <a:solidFill>
                  <a:srgbClr val="0D0D0D"/>
                </a:solidFill>
                <a:latin typeface="Poppins Medium"/>
                <a:ea typeface="Poppins Medium"/>
                <a:cs typeface="Poppins Medium"/>
                <a:sym typeface="Poppins Medium"/>
              </a:rPr>
              <a:t>- Nearly $44 million was spent on lobbying during the 2020-21 fiscal year</a:t>
            </a:r>
            <a:endParaRPr b="0" i="0" sz="900" u="none" cap="none" strike="noStrike">
              <a:solidFill>
                <a:srgbClr val="0D0D0D"/>
              </a:solidFill>
              <a:latin typeface="Poppins Medium"/>
              <a:ea typeface="Poppins Medium"/>
              <a:cs typeface="Poppins Medium"/>
              <a:sym typeface="Poppins Medium"/>
            </a:endParaRPr>
          </a:p>
          <a:p>
            <a:pPr indent="0" lvl="0" marL="0" marR="0" rtl="0" algn="l">
              <a:lnSpc>
                <a:spcPct val="140000"/>
              </a:lnSpc>
              <a:spcBef>
                <a:spcPts val="1500"/>
              </a:spcBef>
              <a:spcAft>
                <a:spcPts val="0"/>
              </a:spcAft>
              <a:buClr>
                <a:srgbClr val="000000"/>
              </a:buClr>
              <a:buSzPts val="900"/>
              <a:buFont typeface="Arial"/>
              <a:buNone/>
            </a:pPr>
            <a:r>
              <a:rPr b="1" i="0" lang="en-US" sz="900" u="none" cap="none" strike="noStrike">
                <a:solidFill>
                  <a:srgbClr val="0D0D0D"/>
                </a:solidFill>
                <a:latin typeface="Poppins"/>
                <a:ea typeface="Poppins"/>
                <a:cs typeface="Poppins"/>
                <a:sym typeface="Poppins"/>
              </a:rPr>
              <a:t>California</a:t>
            </a:r>
            <a:r>
              <a:rPr b="0" i="0" lang="en-US" sz="900" u="none" cap="none" strike="noStrike">
                <a:solidFill>
                  <a:srgbClr val="0D0D0D"/>
                </a:solidFill>
                <a:latin typeface="Poppins Medium"/>
                <a:ea typeface="Poppins Medium"/>
                <a:cs typeface="Poppins Medium"/>
                <a:sym typeface="Poppins Medium"/>
              </a:rPr>
              <a:t> - Employers spent about $444 million on lobbying state officials in California last year, up by nearly $50 million, or 12%, from 2021</a:t>
            </a:r>
            <a:endParaRPr b="0" i="0" sz="900" u="none" cap="none" strike="noStrike">
              <a:solidFill>
                <a:srgbClr val="0D0D0D"/>
              </a:solidFill>
              <a:latin typeface="Poppins Medium"/>
              <a:ea typeface="Poppins Medium"/>
              <a:cs typeface="Poppins Medium"/>
              <a:sym typeface="Poppins Medium"/>
            </a:endParaRPr>
          </a:p>
        </p:txBody>
      </p:sp>
      <p:sp>
        <p:nvSpPr>
          <p:cNvPr id="134" name="Google Shape;134;g250a953eac4_0_2"/>
          <p:cNvSpPr txBox="1"/>
          <p:nvPr/>
        </p:nvSpPr>
        <p:spPr>
          <a:xfrm>
            <a:off x="5689674" y="1106291"/>
            <a:ext cx="2622600" cy="177000"/>
          </a:xfrm>
          <a:prstGeom prst="rect">
            <a:avLst/>
          </a:prstGeom>
          <a:noFill/>
          <a:ln>
            <a:noFill/>
          </a:ln>
        </p:spPr>
        <p:txBody>
          <a:bodyPr anchorCtr="0" anchor="t" bIns="19050" lIns="19050" spcFirstLastPara="1" rIns="19050" wrap="square" tIns="19050">
            <a:spAutoFit/>
          </a:bodyPr>
          <a:lstStyle/>
          <a:p>
            <a:pPr indent="0" lvl="0" marL="0" marR="0" rtl="0" algn="l">
              <a:lnSpc>
                <a:spcPct val="140000"/>
              </a:lnSpc>
              <a:spcBef>
                <a:spcPts val="0"/>
              </a:spcBef>
              <a:spcAft>
                <a:spcPts val="0"/>
              </a:spcAft>
              <a:buClr>
                <a:srgbClr val="0D0D0D"/>
              </a:buClr>
              <a:buSzPts val="800"/>
              <a:buFont typeface="Poppins SemiBold"/>
              <a:buNone/>
            </a:pPr>
            <a:r>
              <a:rPr b="0" i="0" lang="en-US" sz="900" u="none" cap="none" strike="noStrike">
                <a:solidFill>
                  <a:srgbClr val="0D0D0D"/>
                </a:solidFill>
                <a:latin typeface="Poppins SemiBold"/>
                <a:ea typeface="Poppins SemiBold"/>
                <a:cs typeface="Poppins SemiBold"/>
                <a:sym typeface="Poppins SemiBold"/>
              </a:rPr>
              <a:t>Business model highlights</a:t>
            </a:r>
            <a:endParaRPr b="0" i="0" sz="600" u="none" cap="none" strike="noStrike">
              <a:solidFill>
                <a:srgbClr val="000000"/>
              </a:solidFill>
              <a:latin typeface="Arial"/>
              <a:ea typeface="Arial"/>
              <a:cs typeface="Arial"/>
              <a:sym typeface="Arial"/>
            </a:endParaRPr>
          </a:p>
        </p:txBody>
      </p:sp>
      <p:sp>
        <p:nvSpPr>
          <p:cNvPr id="135" name="Google Shape;135;g250a953eac4_0_2"/>
          <p:cNvSpPr txBox="1"/>
          <p:nvPr/>
        </p:nvSpPr>
        <p:spPr>
          <a:xfrm>
            <a:off x="5689301" y="786801"/>
            <a:ext cx="2622600" cy="177000"/>
          </a:xfrm>
          <a:prstGeom prst="rect">
            <a:avLst/>
          </a:prstGeom>
          <a:noFill/>
          <a:ln>
            <a:noFill/>
          </a:ln>
        </p:spPr>
        <p:txBody>
          <a:bodyPr anchorCtr="0" anchor="ctr" bIns="19050" lIns="19050" spcFirstLastPara="1" rIns="19050" wrap="square" tIns="19050">
            <a:noAutofit/>
          </a:bodyPr>
          <a:lstStyle/>
          <a:p>
            <a:pPr indent="0" lvl="0" marL="0" marR="0" rtl="0" algn="l">
              <a:lnSpc>
                <a:spcPct val="140000"/>
              </a:lnSpc>
              <a:spcBef>
                <a:spcPts val="0"/>
              </a:spcBef>
              <a:spcAft>
                <a:spcPts val="0"/>
              </a:spcAft>
              <a:buClr>
                <a:schemeClr val="dk1"/>
              </a:buClr>
              <a:buSzPts val="800"/>
              <a:buFont typeface="Poppins SemiBold"/>
              <a:buNone/>
            </a:pPr>
            <a:r>
              <a:rPr b="0" i="0" lang="en-US" sz="1900" u="none" cap="none" strike="noStrike">
                <a:solidFill>
                  <a:schemeClr val="dk1"/>
                </a:solidFill>
                <a:latin typeface="Poppins SemiBold"/>
                <a:ea typeface="Poppins SemiBold"/>
                <a:cs typeface="Poppins SemiBold"/>
                <a:sym typeface="Poppins SemiBold"/>
              </a:rPr>
              <a:t>🤝</a:t>
            </a:r>
            <a:endParaRPr b="0" i="0" sz="1600" u="none" cap="none" strike="noStrike">
              <a:solidFill>
                <a:srgbClr val="000000"/>
              </a:solidFill>
              <a:latin typeface="Arial"/>
              <a:ea typeface="Arial"/>
              <a:cs typeface="Arial"/>
              <a:sym typeface="Arial"/>
            </a:endParaRPr>
          </a:p>
        </p:txBody>
      </p:sp>
      <p:sp>
        <p:nvSpPr>
          <p:cNvPr id="136" name="Google Shape;136;g250a953eac4_0_2"/>
          <p:cNvSpPr txBox="1"/>
          <p:nvPr/>
        </p:nvSpPr>
        <p:spPr>
          <a:xfrm>
            <a:off x="476250" y="1267836"/>
            <a:ext cx="3810000" cy="177000"/>
          </a:xfrm>
          <a:prstGeom prst="rect">
            <a:avLst/>
          </a:prstGeom>
          <a:noFill/>
          <a:ln>
            <a:noFill/>
          </a:ln>
        </p:spPr>
        <p:txBody>
          <a:bodyPr anchorCtr="0" anchor="t" bIns="19050" lIns="19050" spcFirstLastPara="1" rIns="19050" wrap="square" tIns="19050">
            <a:noAutofit/>
          </a:bodyPr>
          <a:lstStyle/>
          <a:p>
            <a:pPr indent="0" lvl="0" marL="0" marR="0" rtl="0" algn="l">
              <a:lnSpc>
                <a:spcPct val="150000"/>
              </a:lnSpc>
              <a:spcBef>
                <a:spcPts val="0"/>
              </a:spcBef>
              <a:spcAft>
                <a:spcPts val="0"/>
              </a:spcAft>
              <a:buClr>
                <a:srgbClr val="000000"/>
              </a:buClr>
              <a:buSzPts val="900"/>
              <a:buFont typeface="Arial"/>
              <a:buNone/>
            </a:pPr>
            <a:r>
              <a:t/>
            </a:r>
            <a:endParaRPr b="0" i="0" sz="900" u="none" cap="none" strike="noStrike">
              <a:solidFill>
                <a:srgbClr val="0D0D0D"/>
              </a:solidFill>
              <a:latin typeface="Poppins Light"/>
              <a:ea typeface="Poppins Light"/>
              <a:cs typeface="Poppins Light"/>
              <a:sym typeface="Poppins Light"/>
            </a:endParaRPr>
          </a:p>
        </p:txBody>
      </p:sp>
      <p:sp>
        <p:nvSpPr>
          <p:cNvPr id="137" name="Google Shape;137;g250a953eac4_0_2"/>
          <p:cNvSpPr txBox="1"/>
          <p:nvPr/>
        </p:nvSpPr>
        <p:spPr>
          <a:xfrm>
            <a:off x="476250" y="476250"/>
            <a:ext cx="3810000" cy="438600"/>
          </a:xfrm>
          <a:prstGeom prst="rect">
            <a:avLst/>
          </a:prstGeom>
          <a:noFill/>
          <a:ln>
            <a:noFill/>
          </a:ln>
        </p:spPr>
        <p:txBody>
          <a:bodyPr anchorCtr="0" anchor="t" bIns="19050" lIns="19050" spcFirstLastPara="1" rIns="19050" wrap="square" tIns="19050">
            <a:spAutoFit/>
          </a:bodyPr>
          <a:lstStyle/>
          <a:p>
            <a:pPr indent="0" lvl="0" marL="0" marR="0" rtl="0" algn="l">
              <a:lnSpc>
                <a:spcPct val="120000"/>
              </a:lnSpc>
              <a:spcBef>
                <a:spcPts val="0"/>
              </a:spcBef>
              <a:spcAft>
                <a:spcPts val="0"/>
              </a:spcAft>
              <a:buClr>
                <a:srgbClr val="000000"/>
              </a:buClr>
              <a:buSzPts val="2600"/>
              <a:buFont typeface="Arial"/>
              <a:buNone/>
            </a:pPr>
            <a:r>
              <a:rPr b="0" i="0" lang="en-US" sz="2600" u="none" cap="none" strike="noStrike">
                <a:solidFill>
                  <a:srgbClr val="0D0D0D"/>
                </a:solidFill>
                <a:latin typeface="Poppins SemiBold"/>
                <a:ea typeface="Poppins SemiBold"/>
                <a:cs typeface="Poppins SemiBold"/>
                <a:sym typeface="Poppins SemiBold"/>
              </a:rPr>
              <a:t>Our scalable solution</a:t>
            </a:r>
            <a:endParaRPr b="0" i="0" sz="2600" u="none" cap="none" strike="noStrike">
              <a:solidFill>
                <a:srgbClr val="0D0D0D"/>
              </a:solidFill>
              <a:latin typeface="Poppins SemiBold"/>
              <a:ea typeface="Poppins SemiBold"/>
              <a:cs typeface="Poppins SemiBold"/>
              <a:sym typeface="Poppins SemiBold"/>
            </a:endParaRPr>
          </a:p>
        </p:txBody>
      </p:sp>
      <p:pic>
        <p:nvPicPr>
          <p:cNvPr id="138" name="Google Shape;138;g250a953eac4_0_2"/>
          <p:cNvPicPr preferRelativeResize="0"/>
          <p:nvPr/>
        </p:nvPicPr>
        <p:blipFill rotWithShape="1">
          <a:blip r:embed="rId4">
            <a:alphaModFix/>
          </a:blip>
          <a:srcRect b="0" l="0" r="0" t="0"/>
          <a:stretch/>
        </p:blipFill>
        <p:spPr>
          <a:xfrm>
            <a:off x="537050" y="2027150"/>
            <a:ext cx="3434025" cy="16048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9"/>
          <p:cNvSpPr txBox="1"/>
          <p:nvPr>
            <p:ph type="title"/>
          </p:nvPr>
        </p:nvSpPr>
        <p:spPr>
          <a:xfrm>
            <a:off x="1283100" y="1953000"/>
            <a:ext cx="4815600" cy="1237500"/>
          </a:xfrm>
          <a:prstGeom prst="rect">
            <a:avLst/>
          </a:prstGeom>
          <a:noFill/>
          <a:ln>
            <a:noFill/>
          </a:ln>
        </p:spPr>
        <p:txBody>
          <a:bodyPr anchorCtr="0" anchor="b" bIns="91425" lIns="0" spcFirstLastPara="1" rIns="0" wrap="square" tIns="91425">
            <a:noAutofit/>
          </a:bodyPr>
          <a:lstStyle/>
          <a:p>
            <a:pPr indent="0" lvl="0" marL="0" rtl="0" algn="l">
              <a:lnSpc>
                <a:spcPct val="100000"/>
              </a:lnSpc>
              <a:spcBef>
                <a:spcPts val="0"/>
              </a:spcBef>
              <a:spcAft>
                <a:spcPts val="0"/>
              </a:spcAft>
              <a:buSzPts val="3800"/>
              <a:buNone/>
            </a:pPr>
            <a:r>
              <a:rPr lang="en-US"/>
              <a:t>Ecosystem &amp; Competition</a:t>
            </a:r>
            <a:endParaRPr/>
          </a:p>
        </p:txBody>
      </p:sp>
      <p:pic>
        <p:nvPicPr>
          <p:cNvPr id="144" name="Google Shape;144;p9"/>
          <p:cNvPicPr preferRelativeResize="0"/>
          <p:nvPr/>
        </p:nvPicPr>
        <p:blipFill rotWithShape="1">
          <a:blip r:embed="rId3">
            <a:alphaModFix/>
          </a:blip>
          <a:srcRect b="0" l="0" r="0" t="0"/>
          <a:stretch/>
        </p:blipFill>
        <p:spPr>
          <a:xfrm>
            <a:off x="6372856" y="1655800"/>
            <a:ext cx="1831900" cy="18319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1"/>
          <p:cNvSpPr txBox="1"/>
          <p:nvPr>
            <p:ph idx="1" type="subTitle"/>
          </p:nvPr>
        </p:nvSpPr>
        <p:spPr>
          <a:xfrm>
            <a:off x="456000" y="414025"/>
            <a:ext cx="8232000" cy="517800"/>
          </a:xfrm>
          <a:prstGeom prst="rect">
            <a:avLst/>
          </a:prstGeom>
          <a:noFill/>
          <a:ln>
            <a:noFill/>
          </a:ln>
        </p:spPr>
        <p:txBody>
          <a:bodyPr anchorCtr="0" anchor="t" bIns="91425" lIns="0" spcFirstLastPara="1" rIns="0" wrap="square" tIns="91425">
            <a:noAutofit/>
          </a:bodyPr>
          <a:lstStyle/>
          <a:p>
            <a:pPr indent="0" lvl="0" marL="0" rtl="0" algn="ctr">
              <a:lnSpc>
                <a:spcPct val="115000"/>
              </a:lnSpc>
              <a:spcBef>
                <a:spcPts val="0"/>
              </a:spcBef>
              <a:spcAft>
                <a:spcPts val="0"/>
              </a:spcAft>
              <a:buSzPts val="1900"/>
              <a:buNone/>
            </a:pPr>
            <a:r>
              <a:rPr lang="en-US"/>
              <a:t>Competitive landscape</a:t>
            </a:r>
            <a:endParaRPr/>
          </a:p>
        </p:txBody>
      </p:sp>
      <p:sp>
        <p:nvSpPr>
          <p:cNvPr id="150" name="Google Shape;150;p11"/>
          <p:cNvSpPr txBox="1"/>
          <p:nvPr>
            <p:ph idx="2" type="body"/>
          </p:nvPr>
        </p:nvSpPr>
        <p:spPr>
          <a:xfrm>
            <a:off x="3840000" y="1210750"/>
            <a:ext cx="1464000" cy="306900"/>
          </a:xfrm>
          <a:prstGeom prst="rect">
            <a:avLst/>
          </a:prstGeom>
          <a:noFill/>
          <a:ln>
            <a:noFill/>
          </a:ln>
        </p:spPr>
        <p:txBody>
          <a:bodyPr anchorCtr="0" anchor="t" bIns="91425" lIns="0" spcFirstLastPara="1" rIns="0" wrap="square" tIns="91425">
            <a:noAutofit/>
          </a:bodyPr>
          <a:lstStyle/>
          <a:p>
            <a:pPr indent="0" lvl="0" marL="0" rtl="0" algn="ctr">
              <a:lnSpc>
                <a:spcPct val="115000"/>
              </a:lnSpc>
              <a:spcBef>
                <a:spcPts val="0"/>
              </a:spcBef>
              <a:spcAft>
                <a:spcPts val="0"/>
              </a:spcAft>
              <a:buSzPts val="900"/>
              <a:buNone/>
            </a:pPr>
            <a:r>
              <a:rPr lang="en-US"/>
              <a:t>Modern Tech</a:t>
            </a:r>
            <a:endParaRPr/>
          </a:p>
        </p:txBody>
      </p:sp>
      <p:sp>
        <p:nvSpPr>
          <p:cNvPr id="151" name="Google Shape;151;p11"/>
          <p:cNvSpPr txBox="1"/>
          <p:nvPr>
            <p:ph idx="2" type="body"/>
          </p:nvPr>
        </p:nvSpPr>
        <p:spPr>
          <a:xfrm>
            <a:off x="3840000" y="4493846"/>
            <a:ext cx="1464000" cy="306900"/>
          </a:xfrm>
          <a:prstGeom prst="rect">
            <a:avLst/>
          </a:prstGeom>
          <a:noFill/>
          <a:ln>
            <a:noFill/>
          </a:ln>
        </p:spPr>
        <p:txBody>
          <a:bodyPr anchorCtr="0" anchor="t" bIns="91425" lIns="0" spcFirstLastPara="1" rIns="0" wrap="square" tIns="91425">
            <a:noAutofit/>
          </a:bodyPr>
          <a:lstStyle/>
          <a:p>
            <a:pPr indent="0" lvl="0" marL="0" rtl="0" algn="ctr">
              <a:lnSpc>
                <a:spcPct val="115000"/>
              </a:lnSpc>
              <a:spcBef>
                <a:spcPts val="0"/>
              </a:spcBef>
              <a:spcAft>
                <a:spcPts val="0"/>
              </a:spcAft>
              <a:buSzPts val="900"/>
              <a:buNone/>
            </a:pPr>
            <a:r>
              <a:rPr lang="en-US"/>
              <a:t>Outdated Tech</a:t>
            </a:r>
            <a:endParaRPr/>
          </a:p>
        </p:txBody>
      </p:sp>
      <p:sp>
        <p:nvSpPr>
          <p:cNvPr id="152" name="Google Shape;152;p11"/>
          <p:cNvSpPr txBox="1"/>
          <p:nvPr>
            <p:ph idx="2" type="body"/>
          </p:nvPr>
        </p:nvSpPr>
        <p:spPr>
          <a:xfrm rot="-5400000">
            <a:off x="-58349" y="2764771"/>
            <a:ext cx="1464000" cy="306900"/>
          </a:xfrm>
          <a:prstGeom prst="rect">
            <a:avLst/>
          </a:prstGeom>
          <a:noFill/>
          <a:ln>
            <a:noFill/>
          </a:ln>
        </p:spPr>
        <p:txBody>
          <a:bodyPr anchorCtr="0" anchor="t" bIns="91425" lIns="0" spcFirstLastPara="1" rIns="0" wrap="square" tIns="91425">
            <a:noAutofit/>
          </a:bodyPr>
          <a:lstStyle/>
          <a:p>
            <a:pPr indent="0" lvl="0" marL="0" rtl="0" algn="ctr">
              <a:lnSpc>
                <a:spcPct val="115000"/>
              </a:lnSpc>
              <a:spcBef>
                <a:spcPts val="0"/>
              </a:spcBef>
              <a:spcAft>
                <a:spcPts val="0"/>
              </a:spcAft>
              <a:buSzPts val="900"/>
              <a:buNone/>
            </a:pPr>
            <a:r>
              <a:rPr lang="en-US"/>
              <a:t>National Focus</a:t>
            </a:r>
            <a:endParaRPr/>
          </a:p>
        </p:txBody>
      </p:sp>
      <p:sp>
        <p:nvSpPr>
          <p:cNvPr id="153" name="Google Shape;153;p11"/>
          <p:cNvSpPr txBox="1"/>
          <p:nvPr>
            <p:ph idx="2" type="body"/>
          </p:nvPr>
        </p:nvSpPr>
        <p:spPr>
          <a:xfrm rot="5400000">
            <a:off x="7733501" y="2764771"/>
            <a:ext cx="1464000" cy="306900"/>
          </a:xfrm>
          <a:prstGeom prst="rect">
            <a:avLst/>
          </a:prstGeom>
          <a:noFill/>
          <a:ln>
            <a:noFill/>
          </a:ln>
        </p:spPr>
        <p:txBody>
          <a:bodyPr anchorCtr="0" anchor="t" bIns="91425" lIns="0" spcFirstLastPara="1" rIns="0" wrap="square" tIns="91425">
            <a:noAutofit/>
          </a:bodyPr>
          <a:lstStyle/>
          <a:p>
            <a:pPr indent="0" lvl="0" marL="0" rtl="0" algn="ctr">
              <a:lnSpc>
                <a:spcPct val="115000"/>
              </a:lnSpc>
              <a:spcBef>
                <a:spcPts val="0"/>
              </a:spcBef>
              <a:spcAft>
                <a:spcPts val="0"/>
              </a:spcAft>
              <a:buSzPts val="900"/>
              <a:buNone/>
            </a:pPr>
            <a:r>
              <a:rPr lang="en-US"/>
              <a:t>Texas Focus</a:t>
            </a:r>
            <a:endParaRPr/>
          </a:p>
        </p:txBody>
      </p:sp>
      <p:cxnSp>
        <p:nvCxnSpPr>
          <p:cNvPr id="154" name="Google Shape;154;p11"/>
          <p:cNvCxnSpPr>
            <a:endCxn id="151" idx="0"/>
          </p:cNvCxnSpPr>
          <p:nvPr/>
        </p:nvCxnSpPr>
        <p:spPr>
          <a:xfrm>
            <a:off x="4572000" y="1517546"/>
            <a:ext cx="0" cy="2976300"/>
          </a:xfrm>
          <a:prstGeom prst="straightConnector1">
            <a:avLst/>
          </a:prstGeom>
          <a:noFill/>
          <a:ln cap="flat" cmpd="sng" w="9525">
            <a:solidFill>
              <a:srgbClr val="D9D9D9"/>
            </a:solidFill>
            <a:prstDash val="solid"/>
            <a:round/>
            <a:headEnd len="sm" w="sm" type="none"/>
            <a:tailEnd len="sm" w="sm" type="none"/>
          </a:ln>
        </p:spPr>
      </p:cxnSp>
      <p:cxnSp>
        <p:nvCxnSpPr>
          <p:cNvPr id="155" name="Google Shape;155;p11"/>
          <p:cNvCxnSpPr>
            <a:stCxn id="152" idx="2"/>
            <a:endCxn id="153" idx="2"/>
          </p:cNvCxnSpPr>
          <p:nvPr/>
        </p:nvCxnSpPr>
        <p:spPr>
          <a:xfrm>
            <a:off x="827101" y="2918221"/>
            <a:ext cx="7485000" cy="0"/>
          </a:xfrm>
          <a:prstGeom prst="straightConnector1">
            <a:avLst/>
          </a:prstGeom>
          <a:noFill/>
          <a:ln cap="flat" cmpd="sng" w="9525">
            <a:solidFill>
              <a:srgbClr val="D9D9D9"/>
            </a:solidFill>
            <a:prstDash val="solid"/>
            <a:round/>
            <a:headEnd len="sm" w="sm" type="none"/>
            <a:tailEnd len="sm" w="sm" type="none"/>
          </a:ln>
        </p:spPr>
      </p:cxnSp>
      <p:pic>
        <p:nvPicPr>
          <p:cNvPr id="156" name="Google Shape;156;p11"/>
          <p:cNvPicPr preferRelativeResize="0"/>
          <p:nvPr/>
        </p:nvPicPr>
        <p:blipFill rotWithShape="1">
          <a:blip r:embed="rId3">
            <a:alphaModFix/>
          </a:blip>
          <a:srcRect b="0" l="0" r="0" t="0"/>
          <a:stretch/>
        </p:blipFill>
        <p:spPr>
          <a:xfrm>
            <a:off x="983381" y="1291078"/>
            <a:ext cx="1794250" cy="798622"/>
          </a:xfrm>
          <a:prstGeom prst="rect">
            <a:avLst/>
          </a:prstGeom>
          <a:noFill/>
          <a:ln>
            <a:noFill/>
          </a:ln>
        </p:spPr>
      </p:pic>
      <p:pic>
        <p:nvPicPr>
          <p:cNvPr id="157" name="Google Shape;157;p11"/>
          <p:cNvPicPr preferRelativeResize="0"/>
          <p:nvPr/>
        </p:nvPicPr>
        <p:blipFill rotWithShape="1">
          <a:blip r:embed="rId4">
            <a:alphaModFix/>
          </a:blip>
          <a:srcRect b="0" l="0" r="0" t="0"/>
          <a:stretch/>
        </p:blipFill>
        <p:spPr>
          <a:xfrm>
            <a:off x="3420488" y="3757973"/>
            <a:ext cx="1794245" cy="428625"/>
          </a:xfrm>
          <a:prstGeom prst="rect">
            <a:avLst/>
          </a:prstGeom>
          <a:noFill/>
          <a:ln>
            <a:noFill/>
          </a:ln>
        </p:spPr>
      </p:pic>
      <p:pic>
        <p:nvPicPr>
          <p:cNvPr id="158" name="Google Shape;158;p11"/>
          <p:cNvPicPr preferRelativeResize="0"/>
          <p:nvPr/>
        </p:nvPicPr>
        <p:blipFill rotWithShape="1">
          <a:blip r:embed="rId5">
            <a:alphaModFix/>
          </a:blip>
          <a:srcRect b="12914" l="0" r="65959" t="0"/>
          <a:stretch/>
        </p:blipFill>
        <p:spPr>
          <a:xfrm>
            <a:off x="3314743" y="1771575"/>
            <a:ext cx="525250" cy="306900"/>
          </a:xfrm>
          <a:prstGeom prst="rect">
            <a:avLst/>
          </a:prstGeom>
          <a:noFill/>
          <a:ln>
            <a:noFill/>
          </a:ln>
        </p:spPr>
      </p:pic>
      <p:pic>
        <p:nvPicPr>
          <p:cNvPr id="159" name="Google Shape;159;p11"/>
          <p:cNvPicPr preferRelativeResize="0"/>
          <p:nvPr/>
        </p:nvPicPr>
        <p:blipFill rotWithShape="1">
          <a:blip r:embed="rId6">
            <a:alphaModFix/>
          </a:blip>
          <a:srcRect b="0" l="0" r="0" t="0"/>
          <a:stretch/>
        </p:blipFill>
        <p:spPr>
          <a:xfrm>
            <a:off x="3324868" y="4220750"/>
            <a:ext cx="1819473" cy="306900"/>
          </a:xfrm>
          <a:prstGeom prst="rect">
            <a:avLst/>
          </a:prstGeom>
          <a:noFill/>
          <a:ln>
            <a:noFill/>
          </a:ln>
        </p:spPr>
      </p:pic>
      <p:pic>
        <p:nvPicPr>
          <p:cNvPr id="160" name="Google Shape;160;p11"/>
          <p:cNvPicPr preferRelativeResize="0"/>
          <p:nvPr/>
        </p:nvPicPr>
        <p:blipFill rotWithShape="1">
          <a:blip r:embed="rId7">
            <a:alphaModFix/>
          </a:blip>
          <a:srcRect b="0" l="0" r="0" t="0"/>
          <a:stretch/>
        </p:blipFill>
        <p:spPr>
          <a:xfrm>
            <a:off x="927748" y="2999098"/>
            <a:ext cx="861450" cy="861475"/>
          </a:xfrm>
          <a:prstGeom prst="rect">
            <a:avLst/>
          </a:prstGeom>
          <a:noFill/>
          <a:ln>
            <a:noFill/>
          </a:ln>
        </p:spPr>
      </p:pic>
      <p:pic>
        <p:nvPicPr>
          <p:cNvPr id="161" name="Google Shape;161;p11"/>
          <p:cNvPicPr preferRelativeResize="0"/>
          <p:nvPr/>
        </p:nvPicPr>
        <p:blipFill rotWithShape="1">
          <a:blip r:embed="rId8">
            <a:alphaModFix/>
          </a:blip>
          <a:srcRect b="0" l="0" r="0" t="0"/>
          <a:stretch/>
        </p:blipFill>
        <p:spPr>
          <a:xfrm>
            <a:off x="7513425" y="2999098"/>
            <a:ext cx="798624" cy="798624"/>
          </a:xfrm>
          <a:prstGeom prst="rect">
            <a:avLst/>
          </a:prstGeom>
          <a:noFill/>
          <a:ln>
            <a:noFill/>
          </a:ln>
        </p:spPr>
      </p:pic>
      <p:pic>
        <p:nvPicPr>
          <p:cNvPr id="162" name="Google Shape;162;p11"/>
          <p:cNvPicPr preferRelativeResize="0"/>
          <p:nvPr/>
        </p:nvPicPr>
        <p:blipFill rotWithShape="1">
          <a:blip r:embed="rId9">
            <a:alphaModFix/>
          </a:blip>
          <a:srcRect b="0" l="0" r="0" t="0"/>
          <a:stretch/>
        </p:blipFill>
        <p:spPr>
          <a:xfrm>
            <a:off x="7403278" y="4220750"/>
            <a:ext cx="1018908" cy="306900"/>
          </a:xfrm>
          <a:prstGeom prst="rect">
            <a:avLst/>
          </a:prstGeom>
          <a:noFill/>
          <a:ln>
            <a:noFill/>
          </a:ln>
        </p:spPr>
      </p:pic>
      <p:pic>
        <p:nvPicPr>
          <p:cNvPr id="163" name="Google Shape;163;p11"/>
          <p:cNvPicPr preferRelativeResize="0"/>
          <p:nvPr/>
        </p:nvPicPr>
        <p:blipFill rotWithShape="1">
          <a:blip r:embed="rId10">
            <a:alphaModFix/>
          </a:blip>
          <a:srcRect b="0" l="0" r="0" t="0"/>
          <a:stretch/>
        </p:blipFill>
        <p:spPr>
          <a:xfrm>
            <a:off x="7461892" y="1359558"/>
            <a:ext cx="901700" cy="9017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2"/>
          <p:cNvSpPr txBox="1"/>
          <p:nvPr/>
        </p:nvSpPr>
        <p:spPr>
          <a:xfrm>
            <a:off x="476250" y="475047"/>
            <a:ext cx="7143600" cy="438600"/>
          </a:xfrm>
          <a:prstGeom prst="rect">
            <a:avLst/>
          </a:prstGeom>
          <a:noFill/>
          <a:ln>
            <a:noFill/>
          </a:ln>
        </p:spPr>
        <p:txBody>
          <a:bodyPr anchorCtr="0" anchor="t" bIns="19050" lIns="19050" spcFirstLastPara="1" rIns="19050" wrap="square" tIns="19050">
            <a:spAutoFit/>
          </a:bodyPr>
          <a:lstStyle/>
          <a:p>
            <a:pPr indent="0" lvl="0" marL="0" marR="0" rtl="0" algn="l">
              <a:lnSpc>
                <a:spcPct val="120000"/>
              </a:lnSpc>
              <a:spcBef>
                <a:spcPts val="0"/>
              </a:spcBef>
              <a:spcAft>
                <a:spcPts val="0"/>
              </a:spcAft>
              <a:buClr>
                <a:srgbClr val="0D0D0D"/>
              </a:buClr>
              <a:buSzPts val="2600"/>
              <a:buFont typeface="Poppins SemiBold"/>
              <a:buNone/>
            </a:pPr>
            <a:r>
              <a:rPr b="0" i="0" lang="en-US" sz="2600" u="none" cap="none" strike="noStrike">
                <a:solidFill>
                  <a:srgbClr val="0D0D0D"/>
                </a:solidFill>
                <a:latin typeface="Poppins SemiBold"/>
                <a:ea typeface="Poppins SemiBold"/>
                <a:cs typeface="Poppins SemiBold"/>
                <a:sym typeface="Poppins SemiBold"/>
              </a:rPr>
              <a:t>Why we're better than</a:t>
            </a:r>
            <a:endParaRPr b="0" i="0" sz="500" u="none" cap="none" strike="noStrike">
              <a:solidFill>
                <a:srgbClr val="000000"/>
              </a:solidFill>
              <a:latin typeface="Arial"/>
              <a:ea typeface="Arial"/>
              <a:cs typeface="Arial"/>
              <a:sym typeface="Arial"/>
            </a:endParaRPr>
          </a:p>
        </p:txBody>
      </p:sp>
      <p:sp>
        <p:nvSpPr>
          <p:cNvPr id="169" name="Google Shape;169;p12"/>
          <p:cNvSpPr txBox="1"/>
          <p:nvPr/>
        </p:nvSpPr>
        <p:spPr>
          <a:xfrm>
            <a:off x="476250" y="1955003"/>
            <a:ext cx="2381400" cy="232371"/>
          </a:xfrm>
          <a:prstGeom prst="rect">
            <a:avLst/>
          </a:prstGeom>
          <a:noFill/>
          <a:ln>
            <a:noFill/>
          </a:ln>
        </p:spPr>
        <p:txBody>
          <a:bodyPr anchorCtr="0" anchor="t" bIns="19050" lIns="19050" spcFirstLastPara="1" rIns="19050" wrap="square" tIns="19050">
            <a:spAutoFit/>
          </a:bodyPr>
          <a:lstStyle/>
          <a:p>
            <a:pPr indent="0" lvl="0" marL="0" marR="0" rtl="0" algn="l">
              <a:lnSpc>
                <a:spcPct val="140000"/>
              </a:lnSpc>
              <a:spcBef>
                <a:spcPts val="0"/>
              </a:spcBef>
              <a:spcAft>
                <a:spcPts val="0"/>
              </a:spcAft>
              <a:buClr>
                <a:srgbClr val="0D0D0D"/>
              </a:buClr>
              <a:buSzPts val="900"/>
              <a:buFont typeface="Poppins SemiBold"/>
              <a:buNone/>
            </a:pPr>
            <a:r>
              <a:rPr b="0" i="0" lang="en-US" sz="900" u="none" cap="none" strike="noStrike">
                <a:solidFill>
                  <a:srgbClr val="0D0D0D"/>
                </a:solidFill>
                <a:latin typeface="Poppins SemiBold"/>
                <a:ea typeface="Poppins SemiBold"/>
                <a:cs typeface="Poppins SemiBold"/>
                <a:sym typeface="Poppins SemiBold"/>
              </a:rPr>
              <a:t>User Friendly and Modern Interface</a:t>
            </a:r>
            <a:endParaRPr b="0" i="0" sz="500" u="none" cap="none" strike="noStrike">
              <a:solidFill>
                <a:srgbClr val="000000"/>
              </a:solidFill>
              <a:latin typeface="Arial"/>
              <a:ea typeface="Arial"/>
              <a:cs typeface="Arial"/>
              <a:sym typeface="Arial"/>
            </a:endParaRPr>
          </a:p>
        </p:txBody>
      </p:sp>
      <p:sp>
        <p:nvSpPr>
          <p:cNvPr id="170" name="Google Shape;170;p12"/>
          <p:cNvSpPr txBox="1"/>
          <p:nvPr/>
        </p:nvSpPr>
        <p:spPr>
          <a:xfrm>
            <a:off x="476249" y="2432393"/>
            <a:ext cx="2650191" cy="232371"/>
          </a:xfrm>
          <a:prstGeom prst="rect">
            <a:avLst/>
          </a:prstGeom>
          <a:noFill/>
          <a:ln>
            <a:noFill/>
          </a:ln>
        </p:spPr>
        <p:txBody>
          <a:bodyPr anchorCtr="0" anchor="t" bIns="19050" lIns="19050" spcFirstLastPara="1" rIns="19050" wrap="square" tIns="19050">
            <a:spAutoFit/>
          </a:bodyPr>
          <a:lstStyle/>
          <a:p>
            <a:pPr indent="0" lvl="0" marL="0" marR="0" rtl="0" algn="l">
              <a:lnSpc>
                <a:spcPct val="140000"/>
              </a:lnSpc>
              <a:spcBef>
                <a:spcPts val="0"/>
              </a:spcBef>
              <a:spcAft>
                <a:spcPts val="0"/>
              </a:spcAft>
              <a:buClr>
                <a:srgbClr val="0D0D0D"/>
              </a:buClr>
              <a:buSzPts val="900"/>
              <a:buFont typeface="Poppins SemiBold"/>
              <a:buNone/>
            </a:pPr>
            <a:r>
              <a:rPr b="0" i="0" lang="en-US" sz="900" u="none" cap="none" strike="noStrike">
                <a:solidFill>
                  <a:srgbClr val="0D0D0D"/>
                </a:solidFill>
                <a:latin typeface="Poppins SemiBold"/>
                <a:ea typeface="Poppins SemiBold"/>
                <a:cs typeface="Poppins SemiBold"/>
                <a:sym typeface="Poppins SemiBold"/>
              </a:rPr>
              <a:t>Streamlined Bill Tracking &amp; Search Features</a:t>
            </a:r>
            <a:endParaRPr b="0" i="0" sz="500" u="none" cap="none" strike="noStrike">
              <a:solidFill>
                <a:srgbClr val="000000"/>
              </a:solidFill>
              <a:latin typeface="Arial"/>
              <a:ea typeface="Arial"/>
              <a:cs typeface="Arial"/>
              <a:sym typeface="Arial"/>
            </a:endParaRPr>
          </a:p>
        </p:txBody>
      </p:sp>
      <p:sp>
        <p:nvSpPr>
          <p:cNvPr id="171" name="Google Shape;171;p12"/>
          <p:cNvSpPr txBox="1"/>
          <p:nvPr/>
        </p:nvSpPr>
        <p:spPr>
          <a:xfrm>
            <a:off x="476250" y="2909782"/>
            <a:ext cx="2381400" cy="232371"/>
          </a:xfrm>
          <a:prstGeom prst="rect">
            <a:avLst/>
          </a:prstGeom>
          <a:noFill/>
          <a:ln>
            <a:noFill/>
          </a:ln>
        </p:spPr>
        <p:txBody>
          <a:bodyPr anchorCtr="0" anchor="t" bIns="19050" lIns="19050" spcFirstLastPara="1" rIns="19050" wrap="square" tIns="19050">
            <a:spAutoFit/>
          </a:bodyPr>
          <a:lstStyle/>
          <a:p>
            <a:pPr indent="0" lvl="0" marL="0" marR="0" rtl="0" algn="l">
              <a:lnSpc>
                <a:spcPct val="140000"/>
              </a:lnSpc>
              <a:spcBef>
                <a:spcPts val="0"/>
              </a:spcBef>
              <a:spcAft>
                <a:spcPts val="0"/>
              </a:spcAft>
              <a:buClr>
                <a:srgbClr val="0D0D0D"/>
              </a:buClr>
              <a:buSzPts val="900"/>
              <a:buFont typeface="Poppins SemiBold"/>
              <a:buNone/>
            </a:pPr>
            <a:r>
              <a:rPr b="0" i="0" lang="en-US" sz="900" u="none" cap="none" strike="noStrike">
                <a:solidFill>
                  <a:srgbClr val="0D0D0D"/>
                </a:solidFill>
                <a:latin typeface="Poppins SemiBold"/>
                <a:ea typeface="Poppins SemiBold"/>
                <a:cs typeface="Poppins SemiBold"/>
                <a:sym typeface="Poppins SemiBold"/>
              </a:rPr>
              <a:t>Legislative Staff Contact List</a:t>
            </a:r>
            <a:endParaRPr b="0" i="0" sz="500" u="none" cap="none" strike="noStrike">
              <a:solidFill>
                <a:srgbClr val="000000"/>
              </a:solidFill>
              <a:latin typeface="Arial"/>
              <a:ea typeface="Arial"/>
              <a:cs typeface="Arial"/>
              <a:sym typeface="Arial"/>
            </a:endParaRPr>
          </a:p>
        </p:txBody>
      </p:sp>
      <p:sp>
        <p:nvSpPr>
          <p:cNvPr id="172" name="Google Shape;172;p12"/>
          <p:cNvSpPr txBox="1"/>
          <p:nvPr/>
        </p:nvSpPr>
        <p:spPr>
          <a:xfrm>
            <a:off x="476250" y="3387172"/>
            <a:ext cx="2381400" cy="232371"/>
          </a:xfrm>
          <a:prstGeom prst="rect">
            <a:avLst/>
          </a:prstGeom>
          <a:noFill/>
          <a:ln>
            <a:noFill/>
          </a:ln>
        </p:spPr>
        <p:txBody>
          <a:bodyPr anchorCtr="0" anchor="t" bIns="19050" lIns="19050" spcFirstLastPara="1" rIns="19050" wrap="square" tIns="19050">
            <a:spAutoFit/>
          </a:bodyPr>
          <a:lstStyle/>
          <a:p>
            <a:pPr indent="0" lvl="0" marL="0" marR="0" rtl="0" algn="l">
              <a:lnSpc>
                <a:spcPct val="140000"/>
              </a:lnSpc>
              <a:spcBef>
                <a:spcPts val="0"/>
              </a:spcBef>
              <a:spcAft>
                <a:spcPts val="0"/>
              </a:spcAft>
              <a:buClr>
                <a:srgbClr val="0D0D0D"/>
              </a:buClr>
              <a:buSzPts val="900"/>
              <a:buFont typeface="Poppins SemiBold"/>
              <a:buNone/>
            </a:pPr>
            <a:r>
              <a:rPr b="0" i="0" lang="en-US" sz="900" u="none" cap="none" strike="noStrike">
                <a:solidFill>
                  <a:srgbClr val="0D0D0D"/>
                </a:solidFill>
                <a:latin typeface="Poppins SemiBold"/>
                <a:ea typeface="Poppins SemiBold"/>
                <a:cs typeface="Poppins SemiBold"/>
                <a:sym typeface="Poppins SemiBold"/>
              </a:rPr>
              <a:t>Live News Feed</a:t>
            </a:r>
            <a:endParaRPr b="0" i="0" sz="500" u="none" cap="none" strike="noStrike">
              <a:solidFill>
                <a:srgbClr val="000000"/>
              </a:solidFill>
              <a:latin typeface="Arial"/>
              <a:ea typeface="Arial"/>
              <a:cs typeface="Arial"/>
              <a:sym typeface="Arial"/>
            </a:endParaRPr>
          </a:p>
        </p:txBody>
      </p:sp>
      <p:sp>
        <p:nvSpPr>
          <p:cNvPr id="173" name="Google Shape;173;p12"/>
          <p:cNvSpPr txBox="1"/>
          <p:nvPr/>
        </p:nvSpPr>
        <p:spPr>
          <a:xfrm>
            <a:off x="476250" y="3864562"/>
            <a:ext cx="2381400" cy="232371"/>
          </a:xfrm>
          <a:prstGeom prst="rect">
            <a:avLst/>
          </a:prstGeom>
          <a:noFill/>
          <a:ln>
            <a:noFill/>
          </a:ln>
        </p:spPr>
        <p:txBody>
          <a:bodyPr anchorCtr="0" anchor="t" bIns="19050" lIns="19050" spcFirstLastPara="1" rIns="19050" wrap="square" tIns="19050">
            <a:spAutoFit/>
          </a:bodyPr>
          <a:lstStyle/>
          <a:p>
            <a:pPr indent="0" lvl="0" marL="0" marR="0" rtl="0" algn="l">
              <a:lnSpc>
                <a:spcPct val="140000"/>
              </a:lnSpc>
              <a:spcBef>
                <a:spcPts val="0"/>
              </a:spcBef>
              <a:spcAft>
                <a:spcPts val="0"/>
              </a:spcAft>
              <a:buClr>
                <a:srgbClr val="0D0D0D"/>
              </a:buClr>
              <a:buSzPts val="900"/>
              <a:buFont typeface="Poppins SemiBold"/>
              <a:buNone/>
            </a:pPr>
            <a:r>
              <a:rPr b="0" i="0" lang="en-US" sz="900" u="none" cap="none" strike="noStrike">
                <a:solidFill>
                  <a:srgbClr val="0D0D0D"/>
                </a:solidFill>
                <a:latin typeface="Poppins SemiBold"/>
                <a:ea typeface="Poppins SemiBold"/>
                <a:cs typeface="Poppins SemiBold"/>
                <a:sym typeface="Poppins SemiBold"/>
              </a:rPr>
              <a:t>Team and Client Communication Tools</a:t>
            </a:r>
            <a:endParaRPr b="0" i="0" sz="500" u="none" cap="none" strike="noStrike">
              <a:solidFill>
                <a:srgbClr val="000000"/>
              </a:solidFill>
              <a:latin typeface="Arial"/>
              <a:ea typeface="Arial"/>
              <a:cs typeface="Arial"/>
              <a:sym typeface="Arial"/>
            </a:endParaRPr>
          </a:p>
        </p:txBody>
      </p:sp>
      <p:sp>
        <p:nvSpPr>
          <p:cNvPr id="174" name="Google Shape;174;p12"/>
          <p:cNvSpPr txBox="1"/>
          <p:nvPr/>
        </p:nvSpPr>
        <p:spPr>
          <a:xfrm>
            <a:off x="476250" y="4341951"/>
            <a:ext cx="2381400" cy="232371"/>
          </a:xfrm>
          <a:prstGeom prst="rect">
            <a:avLst/>
          </a:prstGeom>
          <a:noFill/>
          <a:ln>
            <a:noFill/>
          </a:ln>
        </p:spPr>
        <p:txBody>
          <a:bodyPr anchorCtr="0" anchor="t" bIns="19050" lIns="19050" spcFirstLastPara="1" rIns="19050" wrap="square" tIns="19050">
            <a:spAutoFit/>
          </a:bodyPr>
          <a:lstStyle/>
          <a:p>
            <a:pPr indent="0" lvl="0" marL="0" marR="0" rtl="0" algn="l">
              <a:lnSpc>
                <a:spcPct val="140000"/>
              </a:lnSpc>
              <a:spcBef>
                <a:spcPts val="0"/>
              </a:spcBef>
              <a:spcAft>
                <a:spcPts val="0"/>
              </a:spcAft>
              <a:buClr>
                <a:srgbClr val="0D0D0D"/>
              </a:buClr>
              <a:buSzPts val="900"/>
              <a:buFont typeface="Poppins SemiBold"/>
              <a:buNone/>
            </a:pPr>
            <a:r>
              <a:rPr b="0" i="0" lang="en-US" sz="900" u="none" cap="none" strike="noStrike">
                <a:solidFill>
                  <a:srgbClr val="0D0D0D"/>
                </a:solidFill>
                <a:latin typeface="Poppins SemiBold"/>
                <a:ea typeface="Poppins SemiBold"/>
                <a:cs typeface="Poppins SemiBold"/>
                <a:sym typeface="Poppins SemiBold"/>
              </a:rPr>
              <a:t>Custom Dashboard Widgets</a:t>
            </a:r>
            <a:endParaRPr b="0" i="0" sz="500" u="none" cap="none" strike="noStrike">
              <a:solidFill>
                <a:srgbClr val="000000"/>
              </a:solidFill>
              <a:latin typeface="Arial"/>
              <a:ea typeface="Arial"/>
              <a:cs typeface="Arial"/>
              <a:sym typeface="Arial"/>
            </a:endParaRPr>
          </a:p>
        </p:txBody>
      </p:sp>
      <p:cxnSp>
        <p:nvCxnSpPr>
          <p:cNvPr id="175" name="Google Shape;175;p12"/>
          <p:cNvCxnSpPr/>
          <p:nvPr/>
        </p:nvCxnSpPr>
        <p:spPr>
          <a:xfrm>
            <a:off x="476250" y="2290376"/>
            <a:ext cx="8191500" cy="0"/>
          </a:xfrm>
          <a:prstGeom prst="straightConnector1">
            <a:avLst/>
          </a:prstGeom>
          <a:noFill/>
          <a:ln cap="flat" cmpd="sng" w="12700">
            <a:solidFill>
              <a:srgbClr val="E5E5E5"/>
            </a:solidFill>
            <a:prstDash val="solid"/>
            <a:miter lim="400000"/>
            <a:headEnd len="sm" w="sm" type="none"/>
            <a:tailEnd len="sm" w="sm" type="none"/>
          </a:ln>
        </p:spPr>
      </p:cxnSp>
      <p:cxnSp>
        <p:nvCxnSpPr>
          <p:cNvPr id="176" name="Google Shape;176;p12"/>
          <p:cNvCxnSpPr/>
          <p:nvPr/>
        </p:nvCxnSpPr>
        <p:spPr>
          <a:xfrm>
            <a:off x="476250" y="2767766"/>
            <a:ext cx="8191500" cy="0"/>
          </a:xfrm>
          <a:prstGeom prst="straightConnector1">
            <a:avLst/>
          </a:prstGeom>
          <a:noFill/>
          <a:ln cap="flat" cmpd="sng" w="12700">
            <a:solidFill>
              <a:srgbClr val="E5E5E5"/>
            </a:solidFill>
            <a:prstDash val="solid"/>
            <a:miter lim="400000"/>
            <a:headEnd len="sm" w="sm" type="none"/>
            <a:tailEnd len="sm" w="sm" type="none"/>
          </a:ln>
        </p:spPr>
      </p:cxnSp>
      <p:cxnSp>
        <p:nvCxnSpPr>
          <p:cNvPr id="177" name="Google Shape;177;p12"/>
          <p:cNvCxnSpPr/>
          <p:nvPr/>
        </p:nvCxnSpPr>
        <p:spPr>
          <a:xfrm>
            <a:off x="476250" y="3245155"/>
            <a:ext cx="8191500" cy="0"/>
          </a:xfrm>
          <a:prstGeom prst="straightConnector1">
            <a:avLst/>
          </a:prstGeom>
          <a:noFill/>
          <a:ln cap="flat" cmpd="sng" w="12700">
            <a:solidFill>
              <a:srgbClr val="E5E5E5"/>
            </a:solidFill>
            <a:prstDash val="solid"/>
            <a:miter lim="400000"/>
            <a:headEnd len="sm" w="sm" type="none"/>
            <a:tailEnd len="sm" w="sm" type="none"/>
          </a:ln>
        </p:spPr>
      </p:cxnSp>
      <p:cxnSp>
        <p:nvCxnSpPr>
          <p:cNvPr id="178" name="Google Shape;178;p12"/>
          <p:cNvCxnSpPr/>
          <p:nvPr/>
        </p:nvCxnSpPr>
        <p:spPr>
          <a:xfrm>
            <a:off x="476250" y="3722545"/>
            <a:ext cx="8191500" cy="0"/>
          </a:xfrm>
          <a:prstGeom prst="straightConnector1">
            <a:avLst/>
          </a:prstGeom>
          <a:noFill/>
          <a:ln cap="flat" cmpd="sng" w="12700">
            <a:solidFill>
              <a:srgbClr val="E5E5E5"/>
            </a:solidFill>
            <a:prstDash val="solid"/>
            <a:miter lim="400000"/>
            <a:headEnd len="sm" w="sm" type="none"/>
            <a:tailEnd len="sm" w="sm" type="none"/>
          </a:ln>
        </p:spPr>
      </p:cxnSp>
      <p:cxnSp>
        <p:nvCxnSpPr>
          <p:cNvPr id="179" name="Google Shape;179;p12"/>
          <p:cNvCxnSpPr/>
          <p:nvPr/>
        </p:nvCxnSpPr>
        <p:spPr>
          <a:xfrm>
            <a:off x="476250" y="4199935"/>
            <a:ext cx="8191500" cy="0"/>
          </a:xfrm>
          <a:prstGeom prst="straightConnector1">
            <a:avLst/>
          </a:prstGeom>
          <a:noFill/>
          <a:ln cap="flat" cmpd="sng" w="12700">
            <a:solidFill>
              <a:srgbClr val="E5E5E5"/>
            </a:solidFill>
            <a:prstDash val="solid"/>
            <a:miter lim="400000"/>
            <a:headEnd len="sm" w="sm" type="none"/>
            <a:tailEnd len="sm" w="sm" type="none"/>
          </a:ln>
        </p:spPr>
      </p:cxnSp>
      <p:sp>
        <p:nvSpPr>
          <p:cNvPr id="180" name="Google Shape;180;p12"/>
          <p:cNvSpPr/>
          <p:nvPr/>
        </p:nvSpPr>
        <p:spPr>
          <a:xfrm>
            <a:off x="6755310" y="1944525"/>
            <a:ext cx="214200" cy="214200"/>
          </a:xfrm>
          <a:prstGeom prst="ellipse">
            <a:avLst/>
          </a:prstGeom>
          <a:solidFill>
            <a:srgbClr val="BBF7E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Poppins"/>
              <a:buNone/>
            </a:pPr>
            <a:r>
              <a:t/>
            </a:r>
            <a:endParaRPr b="0" i="0" sz="900" u="none" cap="none" strike="noStrike">
              <a:solidFill>
                <a:srgbClr val="0D0D0D"/>
              </a:solidFill>
              <a:latin typeface="Poppins Light"/>
              <a:ea typeface="Poppins Light"/>
              <a:cs typeface="Poppins Light"/>
              <a:sym typeface="Poppins Light"/>
            </a:endParaRPr>
          </a:p>
        </p:txBody>
      </p:sp>
      <p:sp>
        <p:nvSpPr>
          <p:cNvPr id="181" name="Google Shape;181;p12"/>
          <p:cNvSpPr/>
          <p:nvPr/>
        </p:nvSpPr>
        <p:spPr>
          <a:xfrm>
            <a:off x="6822307" y="2023106"/>
            <a:ext cx="80298" cy="57132"/>
          </a:xfrm>
          <a:custGeom>
            <a:rect b="b" l="l" r="r" t="t"/>
            <a:pathLst>
              <a:path extrusionOk="0" h="21600" w="21600">
                <a:moveTo>
                  <a:pt x="0" y="12960"/>
                </a:moveTo>
                <a:lnTo>
                  <a:pt x="6171" y="21600"/>
                </a:lnTo>
                <a:lnTo>
                  <a:pt x="21600" y="0"/>
                </a:lnTo>
              </a:path>
            </a:pathLst>
          </a:custGeom>
          <a:noFill/>
          <a:ln cap="rnd" cmpd="sng" w="31750">
            <a:solidFill>
              <a:srgbClr val="315C4D"/>
            </a:solidFill>
            <a:prstDash val="solid"/>
            <a:round/>
            <a:headEnd len="sm" w="sm" type="none"/>
            <a:tailEnd len="sm" w="sm" type="none"/>
          </a:ln>
        </p:spPr>
        <p:txBody>
          <a:bodyPr anchorCtr="0" anchor="ctr" bIns="17150" lIns="17150" spcFirstLastPara="1" rIns="17150" wrap="square" tIns="17150">
            <a:noAutofit/>
          </a:bodyPr>
          <a:lstStyle/>
          <a:p>
            <a:pPr indent="0" lvl="0" marL="0" marR="0" rtl="0" algn="l">
              <a:lnSpc>
                <a:spcPct val="100000"/>
              </a:lnSpc>
              <a:spcBef>
                <a:spcPts val="0"/>
              </a:spcBef>
              <a:spcAft>
                <a:spcPts val="0"/>
              </a:spcAft>
              <a:buClr>
                <a:srgbClr val="000000"/>
              </a:buClr>
              <a:buSzPts val="900"/>
              <a:buFont typeface="Poppins"/>
              <a:buNone/>
            </a:pPr>
            <a:r>
              <a:t/>
            </a:r>
            <a:endParaRPr b="0" i="0" sz="900" u="none" cap="none" strike="noStrike">
              <a:solidFill>
                <a:srgbClr val="0D0D0D"/>
              </a:solidFill>
              <a:latin typeface="Poppins Light"/>
              <a:ea typeface="Poppins Light"/>
              <a:cs typeface="Poppins Light"/>
              <a:sym typeface="Poppins Light"/>
            </a:endParaRPr>
          </a:p>
        </p:txBody>
      </p:sp>
      <p:sp>
        <p:nvSpPr>
          <p:cNvPr id="182" name="Google Shape;182;p12"/>
          <p:cNvSpPr/>
          <p:nvPr/>
        </p:nvSpPr>
        <p:spPr>
          <a:xfrm>
            <a:off x="6755310" y="2421915"/>
            <a:ext cx="214200" cy="214200"/>
          </a:xfrm>
          <a:prstGeom prst="ellipse">
            <a:avLst/>
          </a:prstGeom>
          <a:solidFill>
            <a:srgbClr val="BBF7E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Poppins"/>
              <a:buNone/>
            </a:pPr>
            <a:r>
              <a:t/>
            </a:r>
            <a:endParaRPr b="0" i="0" sz="900" u="none" cap="none" strike="noStrike">
              <a:solidFill>
                <a:srgbClr val="0D0D0D"/>
              </a:solidFill>
              <a:latin typeface="Poppins Light"/>
              <a:ea typeface="Poppins Light"/>
              <a:cs typeface="Poppins Light"/>
              <a:sym typeface="Poppins Light"/>
            </a:endParaRPr>
          </a:p>
        </p:txBody>
      </p:sp>
      <p:sp>
        <p:nvSpPr>
          <p:cNvPr id="183" name="Google Shape;183;p12"/>
          <p:cNvSpPr/>
          <p:nvPr/>
        </p:nvSpPr>
        <p:spPr>
          <a:xfrm>
            <a:off x="6822307" y="2500496"/>
            <a:ext cx="80298" cy="57132"/>
          </a:xfrm>
          <a:custGeom>
            <a:rect b="b" l="l" r="r" t="t"/>
            <a:pathLst>
              <a:path extrusionOk="0" h="21600" w="21600">
                <a:moveTo>
                  <a:pt x="0" y="12960"/>
                </a:moveTo>
                <a:lnTo>
                  <a:pt x="6171" y="21600"/>
                </a:lnTo>
                <a:lnTo>
                  <a:pt x="21600" y="0"/>
                </a:lnTo>
              </a:path>
            </a:pathLst>
          </a:custGeom>
          <a:noFill/>
          <a:ln cap="rnd" cmpd="sng" w="31750">
            <a:solidFill>
              <a:srgbClr val="315C4D"/>
            </a:solidFill>
            <a:prstDash val="solid"/>
            <a:round/>
            <a:headEnd len="sm" w="sm" type="none"/>
            <a:tailEnd len="sm" w="sm" type="none"/>
          </a:ln>
        </p:spPr>
        <p:txBody>
          <a:bodyPr anchorCtr="0" anchor="ctr" bIns="17150" lIns="17150" spcFirstLastPara="1" rIns="17150" wrap="square" tIns="17150">
            <a:noAutofit/>
          </a:bodyPr>
          <a:lstStyle/>
          <a:p>
            <a:pPr indent="0" lvl="0" marL="0" marR="0" rtl="0" algn="l">
              <a:lnSpc>
                <a:spcPct val="100000"/>
              </a:lnSpc>
              <a:spcBef>
                <a:spcPts val="0"/>
              </a:spcBef>
              <a:spcAft>
                <a:spcPts val="0"/>
              </a:spcAft>
              <a:buClr>
                <a:srgbClr val="000000"/>
              </a:buClr>
              <a:buSzPts val="900"/>
              <a:buFont typeface="Poppins"/>
              <a:buNone/>
            </a:pPr>
            <a:r>
              <a:t/>
            </a:r>
            <a:endParaRPr b="0" i="0" sz="900" u="none" cap="none" strike="noStrike">
              <a:solidFill>
                <a:srgbClr val="0D0D0D"/>
              </a:solidFill>
              <a:latin typeface="Poppins Light"/>
              <a:ea typeface="Poppins Light"/>
              <a:cs typeface="Poppins Light"/>
              <a:sym typeface="Poppins Light"/>
            </a:endParaRPr>
          </a:p>
        </p:txBody>
      </p:sp>
      <p:sp>
        <p:nvSpPr>
          <p:cNvPr id="184" name="Google Shape;184;p12"/>
          <p:cNvSpPr/>
          <p:nvPr/>
        </p:nvSpPr>
        <p:spPr>
          <a:xfrm>
            <a:off x="6755310" y="2899304"/>
            <a:ext cx="214200" cy="214200"/>
          </a:xfrm>
          <a:prstGeom prst="ellipse">
            <a:avLst/>
          </a:prstGeom>
          <a:solidFill>
            <a:srgbClr val="BBF7E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Poppins"/>
              <a:buNone/>
            </a:pPr>
            <a:r>
              <a:t/>
            </a:r>
            <a:endParaRPr b="0" i="0" sz="900" u="none" cap="none" strike="noStrike">
              <a:solidFill>
                <a:srgbClr val="0D0D0D"/>
              </a:solidFill>
              <a:latin typeface="Poppins Light"/>
              <a:ea typeface="Poppins Light"/>
              <a:cs typeface="Poppins Light"/>
              <a:sym typeface="Poppins Light"/>
            </a:endParaRPr>
          </a:p>
        </p:txBody>
      </p:sp>
      <p:sp>
        <p:nvSpPr>
          <p:cNvPr id="185" name="Google Shape;185;p12"/>
          <p:cNvSpPr/>
          <p:nvPr/>
        </p:nvSpPr>
        <p:spPr>
          <a:xfrm>
            <a:off x="6822307" y="2977886"/>
            <a:ext cx="80298" cy="57132"/>
          </a:xfrm>
          <a:custGeom>
            <a:rect b="b" l="l" r="r" t="t"/>
            <a:pathLst>
              <a:path extrusionOk="0" h="21600" w="21600">
                <a:moveTo>
                  <a:pt x="0" y="12960"/>
                </a:moveTo>
                <a:lnTo>
                  <a:pt x="6171" y="21600"/>
                </a:lnTo>
                <a:lnTo>
                  <a:pt x="21600" y="0"/>
                </a:lnTo>
              </a:path>
            </a:pathLst>
          </a:custGeom>
          <a:noFill/>
          <a:ln cap="rnd" cmpd="sng" w="31750">
            <a:solidFill>
              <a:srgbClr val="315C4D"/>
            </a:solidFill>
            <a:prstDash val="solid"/>
            <a:round/>
            <a:headEnd len="sm" w="sm" type="none"/>
            <a:tailEnd len="sm" w="sm" type="none"/>
          </a:ln>
        </p:spPr>
        <p:txBody>
          <a:bodyPr anchorCtr="0" anchor="ctr" bIns="17150" lIns="17150" spcFirstLastPara="1" rIns="17150" wrap="square" tIns="17150">
            <a:noAutofit/>
          </a:bodyPr>
          <a:lstStyle/>
          <a:p>
            <a:pPr indent="0" lvl="0" marL="0" marR="0" rtl="0" algn="l">
              <a:lnSpc>
                <a:spcPct val="100000"/>
              </a:lnSpc>
              <a:spcBef>
                <a:spcPts val="0"/>
              </a:spcBef>
              <a:spcAft>
                <a:spcPts val="0"/>
              </a:spcAft>
              <a:buClr>
                <a:srgbClr val="000000"/>
              </a:buClr>
              <a:buSzPts val="900"/>
              <a:buFont typeface="Poppins"/>
              <a:buNone/>
            </a:pPr>
            <a:r>
              <a:t/>
            </a:r>
            <a:endParaRPr b="0" i="0" sz="900" u="none" cap="none" strike="noStrike">
              <a:solidFill>
                <a:srgbClr val="0D0D0D"/>
              </a:solidFill>
              <a:latin typeface="Poppins Light"/>
              <a:ea typeface="Poppins Light"/>
              <a:cs typeface="Poppins Light"/>
              <a:sym typeface="Poppins Light"/>
            </a:endParaRPr>
          </a:p>
        </p:txBody>
      </p:sp>
      <p:sp>
        <p:nvSpPr>
          <p:cNvPr id="186" name="Google Shape;186;p12"/>
          <p:cNvSpPr/>
          <p:nvPr/>
        </p:nvSpPr>
        <p:spPr>
          <a:xfrm>
            <a:off x="6755310" y="3376694"/>
            <a:ext cx="214200" cy="214200"/>
          </a:xfrm>
          <a:prstGeom prst="ellipse">
            <a:avLst/>
          </a:prstGeom>
          <a:solidFill>
            <a:srgbClr val="BBF7E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Poppins"/>
              <a:buNone/>
            </a:pPr>
            <a:r>
              <a:t/>
            </a:r>
            <a:endParaRPr b="0" i="0" sz="900" u="none" cap="none" strike="noStrike">
              <a:solidFill>
                <a:srgbClr val="0D0D0D"/>
              </a:solidFill>
              <a:latin typeface="Poppins Light"/>
              <a:ea typeface="Poppins Light"/>
              <a:cs typeface="Poppins Light"/>
              <a:sym typeface="Poppins Light"/>
            </a:endParaRPr>
          </a:p>
        </p:txBody>
      </p:sp>
      <p:sp>
        <p:nvSpPr>
          <p:cNvPr id="187" name="Google Shape;187;p12"/>
          <p:cNvSpPr/>
          <p:nvPr/>
        </p:nvSpPr>
        <p:spPr>
          <a:xfrm>
            <a:off x="6822307" y="3455275"/>
            <a:ext cx="80298" cy="57132"/>
          </a:xfrm>
          <a:custGeom>
            <a:rect b="b" l="l" r="r" t="t"/>
            <a:pathLst>
              <a:path extrusionOk="0" h="21600" w="21600">
                <a:moveTo>
                  <a:pt x="0" y="12960"/>
                </a:moveTo>
                <a:lnTo>
                  <a:pt x="6171" y="21600"/>
                </a:lnTo>
                <a:lnTo>
                  <a:pt x="21600" y="0"/>
                </a:lnTo>
              </a:path>
            </a:pathLst>
          </a:custGeom>
          <a:noFill/>
          <a:ln cap="rnd" cmpd="sng" w="31750">
            <a:solidFill>
              <a:srgbClr val="315C4D"/>
            </a:solidFill>
            <a:prstDash val="solid"/>
            <a:round/>
            <a:headEnd len="sm" w="sm" type="none"/>
            <a:tailEnd len="sm" w="sm" type="none"/>
          </a:ln>
        </p:spPr>
        <p:txBody>
          <a:bodyPr anchorCtr="0" anchor="ctr" bIns="17150" lIns="17150" spcFirstLastPara="1" rIns="17150" wrap="square" tIns="17150">
            <a:noAutofit/>
          </a:bodyPr>
          <a:lstStyle/>
          <a:p>
            <a:pPr indent="0" lvl="0" marL="0" marR="0" rtl="0" algn="l">
              <a:lnSpc>
                <a:spcPct val="100000"/>
              </a:lnSpc>
              <a:spcBef>
                <a:spcPts val="0"/>
              </a:spcBef>
              <a:spcAft>
                <a:spcPts val="0"/>
              </a:spcAft>
              <a:buClr>
                <a:srgbClr val="000000"/>
              </a:buClr>
              <a:buSzPts val="900"/>
              <a:buFont typeface="Poppins"/>
              <a:buNone/>
            </a:pPr>
            <a:r>
              <a:t/>
            </a:r>
            <a:endParaRPr b="0" i="0" sz="900" u="none" cap="none" strike="noStrike">
              <a:solidFill>
                <a:srgbClr val="0D0D0D"/>
              </a:solidFill>
              <a:latin typeface="Poppins Light"/>
              <a:ea typeface="Poppins Light"/>
              <a:cs typeface="Poppins Light"/>
              <a:sym typeface="Poppins Light"/>
            </a:endParaRPr>
          </a:p>
        </p:txBody>
      </p:sp>
      <p:sp>
        <p:nvSpPr>
          <p:cNvPr id="188" name="Google Shape;188;p12"/>
          <p:cNvSpPr/>
          <p:nvPr/>
        </p:nvSpPr>
        <p:spPr>
          <a:xfrm>
            <a:off x="6755310" y="3854084"/>
            <a:ext cx="214200" cy="214200"/>
          </a:xfrm>
          <a:prstGeom prst="ellipse">
            <a:avLst/>
          </a:prstGeom>
          <a:solidFill>
            <a:srgbClr val="BBF7E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Poppins"/>
              <a:buNone/>
            </a:pPr>
            <a:r>
              <a:t/>
            </a:r>
            <a:endParaRPr b="0" i="0" sz="900" u="none" cap="none" strike="noStrike">
              <a:solidFill>
                <a:srgbClr val="0D0D0D"/>
              </a:solidFill>
              <a:latin typeface="Poppins Light"/>
              <a:ea typeface="Poppins Light"/>
              <a:cs typeface="Poppins Light"/>
              <a:sym typeface="Poppins Light"/>
            </a:endParaRPr>
          </a:p>
        </p:txBody>
      </p:sp>
      <p:sp>
        <p:nvSpPr>
          <p:cNvPr id="189" name="Google Shape;189;p12"/>
          <p:cNvSpPr/>
          <p:nvPr/>
        </p:nvSpPr>
        <p:spPr>
          <a:xfrm>
            <a:off x="6822307" y="3932665"/>
            <a:ext cx="80298" cy="57132"/>
          </a:xfrm>
          <a:custGeom>
            <a:rect b="b" l="l" r="r" t="t"/>
            <a:pathLst>
              <a:path extrusionOk="0" h="21600" w="21600">
                <a:moveTo>
                  <a:pt x="0" y="12960"/>
                </a:moveTo>
                <a:lnTo>
                  <a:pt x="6171" y="21600"/>
                </a:lnTo>
                <a:lnTo>
                  <a:pt x="21600" y="0"/>
                </a:lnTo>
              </a:path>
            </a:pathLst>
          </a:custGeom>
          <a:noFill/>
          <a:ln cap="rnd" cmpd="sng" w="31750">
            <a:solidFill>
              <a:srgbClr val="315C4D"/>
            </a:solidFill>
            <a:prstDash val="solid"/>
            <a:round/>
            <a:headEnd len="sm" w="sm" type="none"/>
            <a:tailEnd len="sm" w="sm" type="none"/>
          </a:ln>
        </p:spPr>
        <p:txBody>
          <a:bodyPr anchorCtr="0" anchor="ctr" bIns="17150" lIns="17150" spcFirstLastPara="1" rIns="17150" wrap="square" tIns="17150">
            <a:noAutofit/>
          </a:bodyPr>
          <a:lstStyle/>
          <a:p>
            <a:pPr indent="0" lvl="0" marL="0" marR="0" rtl="0" algn="l">
              <a:lnSpc>
                <a:spcPct val="100000"/>
              </a:lnSpc>
              <a:spcBef>
                <a:spcPts val="0"/>
              </a:spcBef>
              <a:spcAft>
                <a:spcPts val="0"/>
              </a:spcAft>
              <a:buClr>
                <a:srgbClr val="000000"/>
              </a:buClr>
              <a:buSzPts val="900"/>
              <a:buFont typeface="Poppins"/>
              <a:buNone/>
            </a:pPr>
            <a:r>
              <a:t/>
            </a:r>
            <a:endParaRPr b="0" i="0" sz="900" u="none" cap="none" strike="noStrike">
              <a:solidFill>
                <a:srgbClr val="0D0D0D"/>
              </a:solidFill>
              <a:latin typeface="Poppins Light"/>
              <a:ea typeface="Poppins Light"/>
              <a:cs typeface="Poppins Light"/>
              <a:sym typeface="Poppins Light"/>
            </a:endParaRPr>
          </a:p>
        </p:txBody>
      </p:sp>
      <p:sp>
        <p:nvSpPr>
          <p:cNvPr id="190" name="Google Shape;190;p12"/>
          <p:cNvSpPr/>
          <p:nvPr/>
        </p:nvSpPr>
        <p:spPr>
          <a:xfrm>
            <a:off x="6755310" y="4331474"/>
            <a:ext cx="214200" cy="214200"/>
          </a:xfrm>
          <a:prstGeom prst="ellipse">
            <a:avLst/>
          </a:prstGeom>
          <a:solidFill>
            <a:srgbClr val="BBF7E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Poppins"/>
              <a:buNone/>
            </a:pPr>
            <a:r>
              <a:t/>
            </a:r>
            <a:endParaRPr b="0" i="0" sz="900" u="none" cap="none" strike="noStrike">
              <a:solidFill>
                <a:srgbClr val="0D0D0D"/>
              </a:solidFill>
              <a:latin typeface="Poppins Light"/>
              <a:ea typeface="Poppins Light"/>
              <a:cs typeface="Poppins Light"/>
              <a:sym typeface="Poppins Light"/>
            </a:endParaRPr>
          </a:p>
        </p:txBody>
      </p:sp>
      <p:sp>
        <p:nvSpPr>
          <p:cNvPr id="191" name="Google Shape;191;p12"/>
          <p:cNvSpPr/>
          <p:nvPr/>
        </p:nvSpPr>
        <p:spPr>
          <a:xfrm>
            <a:off x="6822307" y="4410055"/>
            <a:ext cx="80298" cy="57132"/>
          </a:xfrm>
          <a:custGeom>
            <a:rect b="b" l="l" r="r" t="t"/>
            <a:pathLst>
              <a:path extrusionOk="0" h="21600" w="21600">
                <a:moveTo>
                  <a:pt x="0" y="12960"/>
                </a:moveTo>
                <a:lnTo>
                  <a:pt x="6171" y="21600"/>
                </a:lnTo>
                <a:lnTo>
                  <a:pt x="21600" y="0"/>
                </a:lnTo>
              </a:path>
            </a:pathLst>
          </a:custGeom>
          <a:noFill/>
          <a:ln cap="rnd" cmpd="sng" w="31750">
            <a:solidFill>
              <a:srgbClr val="315C4D"/>
            </a:solidFill>
            <a:prstDash val="solid"/>
            <a:round/>
            <a:headEnd len="sm" w="sm" type="none"/>
            <a:tailEnd len="sm" w="sm" type="none"/>
          </a:ln>
        </p:spPr>
        <p:txBody>
          <a:bodyPr anchorCtr="0" anchor="ctr" bIns="17150" lIns="17150" spcFirstLastPara="1" rIns="17150" wrap="square" tIns="17150">
            <a:noAutofit/>
          </a:bodyPr>
          <a:lstStyle/>
          <a:p>
            <a:pPr indent="0" lvl="0" marL="0" marR="0" rtl="0" algn="l">
              <a:lnSpc>
                <a:spcPct val="100000"/>
              </a:lnSpc>
              <a:spcBef>
                <a:spcPts val="0"/>
              </a:spcBef>
              <a:spcAft>
                <a:spcPts val="0"/>
              </a:spcAft>
              <a:buClr>
                <a:srgbClr val="000000"/>
              </a:buClr>
              <a:buSzPts val="900"/>
              <a:buFont typeface="Poppins"/>
              <a:buNone/>
            </a:pPr>
            <a:r>
              <a:t/>
            </a:r>
            <a:endParaRPr b="0" i="0" sz="900" u="none" cap="none" strike="noStrike">
              <a:solidFill>
                <a:srgbClr val="0D0D0D"/>
              </a:solidFill>
              <a:latin typeface="Poppins Light"/>
              <a:ea typeface="Poppins Light"/>
              <a:cs typeface="Poppins Light"/>
              <a:sym typeface="Poppins Light"/>
            </a:endParaRPr>
          </a:p>
        </p:txBody>
      </p:sp>
      <p:sp>
        <p:nvSpPr>
          <p:cNvPr id="192" name="Google Shape;192;p12"/>
          <p:cNvSpPr/>
          <p:nvPr/>
        </p:nvSpPr>
        <p:spPr>
          <a:xfrm>
            <a:off x="8217558" y="1944525"/>
            <a:ext cx="214200" cy="214200"/>
          </a:xfrm>
          <a:prstGeom prst="ellipse">
            <a:avLst/>
          </a:prstGeom>
          <a:solidFill>
            <a:srgbClr val="FDC8C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Poppins"/>
              <a:buNone/>
            </a:pPr>
            <a:r>
              <a:t/>
            </a:r>
            <a:endParaRPr b="0" i="0" sz="900" u="none" cap="none" strike="noStrike">
              <a:solidFill>
                <a:srgbClr val="0D0D0D"/>
              </a:solidFill>
              <a:latin typeface="Poppins Light"/>
              <a:ea typeface="Poppins Light"/>
              <a:cs typeface="Poppins Light"/>
              <a:sym typeface="Poppins Light"/>
            </a:endParaRPr>
          </a:p>
        </p:txBody>
      </p:sp>
      <p:sp>
        <p:nvSpPr>
          <p:cNvPr id="193" name="Google Shape;193;p12"/>
          <p:cNvSpPr/>
          <p:nvPr/>
        </p:nvSpPr>
        <p:spPr>
          <a:xfrm>
            <a:off x="8217558" y="2421915"/>
            <a:ext cx="214200" cy="214200"/>
          </a:xfrm>
          <a:prstGeom prst="ellipse">
            <a:avLst/>
          </a:prstGeom>
          <a:solidFill>
            <a:srgbClr val="FDC8C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Poppins"/>
              <a:buNone/>
            </a:pPr>
            <a:r>
              <a:t/>
            </a:r>
            <a:endParaRPr b="0" i="0" sz="900" u="none" cap="none" strike="noStrike">
              <a:solidFill>
                <a:srgbClr val="0D0D0D"/>
              </a:solidFill>
              <a:latin typeface="Poppins Light"/>
              <a:ea typeface="Poppins Light"/>
              <a:cs typeface="Poppins Light"/>
              <a:sym typeface="Poppins Light"/>
            </a:endParaRPr>
          </a:p>
        </p:txBody>
      </p:sp>
      <p:sp>
        <p:nvSpPr>
          <p:cNvPr id="194" name="Google Shape;194;p12"/>
          <p:cNvSpPr/>
          <p:nvPr/>
        </p:nvSpPr>
        <p:spPr>
          <a:xfrm>
            <a:off x="8217558" y="2899304"/>
            <a:ext cx="214200" cy="214200"/>
          </a:xfrm>
          <a:prstGeom prst="ellipse">
            <a:avLst/>
          </a:prstGeom>
          <a:solidFill>
            <a:srgbClr val="FDC8C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Poppins"/>
              <a:buNone/>
            </a:pPr>
            <a:r>
              <a:t/>
            </a:r>
            <a:endParaRPr b="0" i="0" sz="900" u="none" cap="none" strike="noStrike">
              <a:solidFill>
                <a:srgbClr val="0D0D0D"/>
              </a:solidFill>
              <a:latin typeface="Poppins Light"/>
              <a:ea typeface="Poppins Light"/>
              <a:cs typeface="Poppins Light"/>
              <a:sym typeface="Poppins Light"/>
            </a:endParaRPr>
          </a:p>
        </p:txBody>
      </p:sp>
      <p:sp>
        <p:nvSpPr>
          <p:cNvPr id="195" name="Google Shape;195;p12"/>
          <p:cNvSpPr/>
          <p:nvPr/>
        </p:nvSpPr>
        <p:spPr>
          <a:xfrm>
            <a:off x="8217558" y="3376694"/>
            <a:ext cx="214200" cy="214200"/>
          </a:xfrm>
          <a:prstGeom prst="ellipse">
            <a:avLst/>
          </a:prstGeom>
          <a:solidFill>
            <a:srgbClr val="FDC8C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Poppins"/>
              <a:buNone/>
            </a:pPr>
            <a:r>
              <a:t/>
            </a:r>
            <a:endParaRPr b="0" i="0" sz="900" u="none" cap="none" strike="noStrike">
              <a:solidFill>
                <a:srgbClr val="0D0D0D"/>
              </a:solidFill>
              <a:latin typeface="Poppins Light"/>
              <a:ea typeface="Poppins Light"/>
              <a:cs typeface="Poppins Light"/>
              <a:sym typeface="Poppins Light"/>
            </a:endParaRPr>
          </a:p>
        </p:txBody>
      </p:sp>
      <p:sp>
        <p:nvSpPr>
          <p:cNvPr id="196" name="Google Shape;196;p12"/>
          <p:cNvSpPr/>
          <p:nvPr/>
        </p:nvSpPr>
        <p:spPr>
          <a:xfrm>
            <a:off x="8217558" y="3854084"/>
            <a:ext cx="214200" cy="214200"/>
          </a:xfrm>
          <a:prstGeom prst="ellipse">
            <a:avLst/>
          </a:prstGeom>
          <a:solidFill>
            <a:srgbClr val="FDC8C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Poppins"/>
              <a:buNone/>
            </a:pPr>
            <a:r>
              <a:t/>
            </a:r>
            <a:endParaRPr b="0" i="0" sz="900" u="none" cap="none" strike="noStrike">
              <a:solidFill>
                <a:srgbClr val="0D0D0D"/>
              </a:solidFill>
              <a:latin typeface="Poppins Light"/>
              <a:ea typeface="Poppins Light"/>
              <a:cs typeface="Poppins Light"/>
              <a:sym typeface="Poppins Light"/>
            </a:endParaRPr>
          </a:p>
        </p:txBody>
      </p:sp>
      <p:sp>
        <p:nvSpPr>
          <p:cNvPr id="197" name="Google Shape;197;p12"/>
          <p:cNvSpPr/>
          <p:nvPr/>
        </p:nvSpPr>
        <p:spPr>
          <a:xfrm>
            <a:off x="8217558" y="4331474"/>
            <a:ext cx="214200" cy="214200"/>
          </a:xfrm>
          <a:prstGeom prst="ellipse">
            <a:avLst/>
          </a:prstGeom>
          <a:solidFill>
            <a:srgbClr val="FDC8C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Poppins"/>
              <a:buNone/>
            </a:pPr>
            <a:r>
              <a:t/>
            </a:r>
            <a:endParaRPr b="0" i="0" sz="900" u="none" cap="none" strike="noStrike">
              <a:solidFill>
                <a:srgbClr val="0D0D0D"/>
              </a:solidFill>
              <a:latin typeface="Poppins Light"/>
              <a:ea typeface="Poppins Light"/>
              <a:cs typeface="Poppins Light"/>
              <a:sym typeface="Poppins Light"/>
            </a:endParaRPr>
          </a:p>
        </p:txBody>
      </p:sp>
      <p:sp>
        <p:nvSpPr>
          <p:cNvPr id="198" name="Google Shape;198;p12"/>
          <p:cNvSpPr/>
          <p:nvPr/>
        </p:nvSpPr>
        <p:spPr>
          <a:xfrm>
            <a:off x="8296139" y="2023106"/>
            <a:ext cx="57132" cy="57132"/>
          </a:xfrm>
          <a:custGeom>
            <a:rect b="b" l="l" r="r" t="t"/>
            <a:pathLst>
              <a:path extrusionOk="0" h="21600" w="21600">
                <a:moveTo>
                  <a:pt x="0" y="21600"/>
                </a:moveTo>
                <a:lnTo>
                  <a:pt x="10800" y="10800"/>
                </a:lnTo>
                <a:moveTo>
                  <a:pt x="21600" y="0"/>
                </a:moveTo>
                <a:lnTo>
                  <a:pt x="10800" y="10800"/>
                </a:lnTo>
                <a:moveTo>
                  <a:pt x="10800" y="10800"/>
                </a:moveTo>
                <a:lnTo>
                  <a:pt x="0" y="0"/>
                </a:lnTo>
                <a:moveTo>
                  <a:pt x="10800" y="10800"/>
                </a:moveTo>
                <a:lnTo>
                  <a:pt x="21600" y="21600"/>
                </a:lnTo>
              </a:path>
            </a:pathLst>
          </a:custGeom>
          <a:noFill/>
          <a:ln cap="rnd" cmpd="sng" w="31750">
            <a:solidFill>
              <a:srgbClr val="5C3131"/>
            </a:solidFill>
            <a:prstDash val="solid"/>
            <a:round/>
            <a:headEnd len="sm" w="sm" type="none"/>
            <a:tailEnd len="sm" w="sm" type="none"/>
          </a:ln>
        </p:spPr>
        <p:txBody>
          <a:bodyPr anchorCtr="0" anchor="ctr" bIns="17150" lIns="17150" spcFirstLastPara="1" rIns="17150" wrap="square" tIns="17150">
            <a:noAutofit/>
          </a:bodyPr>
          <a:lstStyle/>
          <a:p>
            <a:pPr indent="0" lvl="0" marL="0" marR="0" rtl="0" algn="l">
              <a:lnSpc>
                <a:spcPct val="100000"/>
              </a:lnSpc>
              <a:spcBef>
                <a:spcPts val="0"/>
              </a:spcBef>
              <a:spcAft>
                <a:spcPts val="0"/>
              </a:spcAft>
              <a:buClr>
                <a:srgbClr val="000000"/>
              </a:buClr>
              <a:buSzPts val="900"/>
              <a:buFont typeface="Poppins SemiBold"/>
              <a:buNone/>
            </a:pPr>
            <a:r>
              <a:t/>
            </a:r>
            <a:endParaRPr b="0" i="0" sz="900" u="none" cap="none" strike="noStrike">
              <a:solidFill>
                <a:srgbClr val="0D0D0D"/>
              </a:solidFill>
              <a:latin typeface="Poppins Light"/>
              <a:ea typeface="Poppins Light"/>
              <a:cs typeface="Poppins Light"/>
              <a:sym typeface="Poppins Light"/>
            </a:endParaRPr>
          </a:p>
        </p:txBody>
      </p:sp>
      <p:sp>
        <p:nvSpPr>
          <p:cNvPr id="199" name="Google Shape;199;p12"/>
          <p:cNvSpPr/>
          <p:nvPr/>
        </p:nvSpPr>
        <p:spPr>
          <a:xfrm>
            <a:off x="8296139" y="2500496"/>
            <a:ext cx="57132" cy="57132"/>
          </a:xfrm>
          <a:custGeom>
            <a:rect b="b" l="l" r="r" t="t"/>
            <a:pathLst>
              <a:path extrusionOk="0" h="21600" w="21600">
                <a:moveTo>
                  <a:pt x="0" y="21600"/>
                </a:moveTo>
                <a:lnTo>
                  <a:pt x="10800" y="10800"/>
                </a:lnTo>
                <a:moveTo>
                  <a:pt x="21600" y="0"/>
                </a:moveTo>
                <a:lnTo>
                  <a:pt x="10800" y="10800"/>
                </a:lnTo>
                <a:moveTo>
                  <a:pt x="10800" y="10800"/>
                </a:moveTo>
                <a:lnTo>
                  <a:pt x="0" y="0"/>
                </a:lnTo>
                <a:moveTo>
                  <a:pt x="10800" y="10800"/>
                </a:moveTo>
                <a:lnTo>
                  <a:pt x="21600" y="21600"/>
                </a:lnTo>
              </a:path>
            </a:pathLst>
          </a:custGeom>
          <a:noFill/>
          <a:ln cap="rnd" cmpd="sng" w="31750">
            <a:solidFill>
              <a:srgbClr val="5C3131"/>
            </a:solidFill>
            <a:prstDash val="solid"/>
            <a:round/>
            <a:headEnd len="sm" w="sm" type="none"/>
            <a:tailEnd len="sm" w="sm" type="none"/>
          </a:ln>
        </p:spPr>
        <p:txBody>
          <a:bodyPr anchorCtr="0" anchor="ctr" bIns="17150" lIns="17150" spcFirstLastPara="1" rIns="17150" wrap="square" tIns="17150">
            <a:noAutofit/>
          </a:bodyPr>
          <a:lstStyle/>
          <a:p>
            <a:pPr indent="0" lvl="0" marL="0" marR="0" rtl="0" algn="l">
              <a:lnSpc>
                <a:spcPct val="100000"/>
              </a:lnSpc>
              <a:spcBef>
                <a:spcPts val="0"/>
              </a:spcBef>
              <a:spcAft>
                <a:spcPts val="0"/>
              </a:spcAft>
              <a:buClr>
                <a:srgbClr val="000000"/>
              </a:buClr>
              <a:buSzPts val="900"/>
              <a:buFont typeface="Poppins SemiBold"/>
              <a:buNone/>
            </a:pPr>
            <a:r>
              <a:t/>
            </a:r>
            <a:endParaRPr b="0" i="0" sz="900" u="none" cap="none" strike="noStrike">
              <a:solidFill>
                <a:srgbClr val="0D0D0D"/>
              </a:solidFill>
              <a:latin typeface="Poppins Light"/>
              <a:ea typeface="Poppins Light"/>
              <a:cs typeface="Poppins Light"/>
              <a:sym typeface="Poppins Light"/>
            </a:endParaRPr>
          </a:p>
        </p:txBody>
      </p:sp>
      <p:sp>
        <p:nvSpPr>
          <p:cNvPr id="200" name="Google Shape;200;p12"/>
          <p:cNvSpPr/>
          <p:nvPr/>
        </p:nvSpPr>
        <p:spPr>
          <a:xfrm>
            <a:off x="8296139" y="2977886"/>
            <a:ext cx="57132" cy="57132"/>
          </a:xfrm>
          <a:custGeom>
            <a:rect b="b" l="l" r="r" t="t"/>
            <a:pathLst>
              <a:path extrusionOk="0" h="21600" w="21600">
                <a:moveTo>
                  <a:pt x="0" y="21600"/>
                </a:moveTo>
                <a:lnTo>
                  <a:pt x="10800" y="10800"/>
                </a:lnTo>
                <a:moveTo>
                  <a:pt x="21600" y="0"/>
                </a:moveTo>
                <a:lnTo>
                  <a:pt x="10800" y="10800"/>
                </a:lnTo>
                <a:moveTo>
                  <a:pt x="10800" y="10800"/>
                </a:moveTo>
                <a:lnTo>
                  <a:pt x="0" y="0"/>
                </a:lnTo>
                <a:moveTo>
                  <a:pt x="10800" y="10800"/>
                </a:moveTo>
                <a:lnTo>
                  <a:pt x="21600" y="21600"/>
                </a:lnTo>
              </a:path>
            </a:pathLst>
          </a:custGeom>
          <a:noFill/>
          <a:ln cap="rnd" cmpd="sng" w="31750">
            <a:solidFill>
              <a:srgbClr val="5C3131"/>
            </a:solidFill>
            <a:prstDash val="solid"/>
            <a:round/>
            <a:headEnd len="sm" w="sm" type="none"/>
            <a:tailEnd len="sm" w="sm" type="none"/>
          </a:ln>
        </p:spPr>
        <p:txBody>
          <a:bodyPr anchorCtr="0" anchor="ctr" bIns="17150" lIns="17150" spcFirstLastPara="1" rIns="17150" wrap="square" tIns="17150">
            <a:noAutofit/>
          </a:bodyPr>
          <a:lstStyle/>
          <a:p>
            <a:pPr indent="0" lvl="0" marL="0" marR="0" rtl="0" algn="l">
              <a:lnSpc>
                <a:spcPct val="100000"/>
              </a:lnSpc>
              <a:spcBef>
                <a:spcPts val="0"/>
              </a:spcBef>
              <a:spcAft>
                <a:spcPts val="0"/>
              </a:spcAft>
              <a:buClr>
                <a:srgbClr val="000000"/>
              </a:buClr>
              <a:buSzPts val="900"/>
              <a:buFont typeface="Poppins SemiBold"/>
              <a:buNone/>
            </a:pPr>
            <a:r>
              <a:t/>
            </a:r>
            <a:endParaRPr b="0" i="0" sz="900" u="none" cap="none" strike="noStrike">
              <a:solidFill>
                <a:srgbClr val="0D0D0D"/>
              </a:solidFill>
              <a:latin typeface="Poppins Light"/>
              <a:ea typeface="Poppins Light"/>
              <a:cs typeface="Poppins Light"/>
              <a:sym typeface="Poppins Light"/>
            </a:endParaRPr>
          </a:p>
        </p:txBody>
      </p:sp>
      <p:sp>
        <p:nvSpPr>
          <p:cNvPr id="201" name="Google Shape;201;p12"/>
          <p:cNvSpPr/>
          <p:nvPr/>
        </p:nvSpPr>
        <p:spPr>
          <a:xfrm>
            <a:off x="8296139" y="3455275"/>
            <a:ext cx="57132" cy="57132"/>
          </a:xfrm>
          <a:custGeom>
            <a:rect b="b" l="l" r="r" t="t"/>
            <a:pathLst>
              <a:path extrusionOk="0" h="21600" w="21600">
                <a:moveTo>
                  <a:pt x="0" y="21600"/>
                </a:moveTo>
                <a:lnTo>
                  <a:pt x="10800" y="10800"/>
                </a:lnTo>
                <a:moveTo>
                  <a:pt x="21600" y="0"/>
                </a:moveTo>
                <a:lnTo>
                  <a:pt x="10800" y="10800"/>
                </a:lnTo>
                <a:moveTo>
                  <a:pt x="10800" y="10800"/>
                </a:moveTo>
                <a:lnTo>
                  <a:pt x="0" y="0"/>
                </a:lnTo>
                <a:moveTo>
                  <a:pt x="10800" y="10800"/>
                </a:moveTo>
                <a:lnTo>
                  <a:pt x="21600" y="21600"/>
                </a:lnTo>
              </a:path>
            </a:pathLst>
          </a:custGeom>
          <a:noFill/>
          <a:ln cap="rnd" cmpd="sng" w="31750">
            <a:solidFill>
              <a:srgbClr val="5C3131"/>
            </a:solidFill>
            <a:prstDash val="solid"/>
            <a:round/>
            <a:headEnd len="sm" w="sm" type="none"/>
            <a:tailEnd len="sm" w="sm" type="none"/>
          </a:ln>
        </p:spPr>
        <p:txBody>
          <a:bodyPr anchorCtr="0" anchor="ctr" bIns="17150" lIns="17150" spcFirstLastPara="1" rIns="17150" wrap="square" tIns="17150">
            <a:noAutofit/>
          </a:bodyPr>
          <a:lstStyle/>
          <a:p>
            <a:pPr indent="0" lvl="0" marL="0" marR="0" rtl="0" algn="l">
              <a:lnSpc>
                <a:spcPct val="100000"/>
              </a:lnSpc>
              <a:spcBef>
                <a:spcPts val="0"/>
              </a:spcBef>
              <a:spcAft>
                <a:spcPts val="0"/>
              </a:spcAft>
              <a:buClr>
                <a:srgbClr val="000000"/>
              </a:buClr>
              <a:buSzPts val="900"/>
              <a:buFont typeface="Poppins SemiBold"/>
              <a:buNone/>
            </a:pPr>
            <a:r>
              <a:t/>
            </a:r>
            <a:endParaRPr b="0" i="0" sz="900" u="none" cap="none" strike="noStrike">
              <a:solidFill>
                <a:srgbClr val="0D0D0D"/>
              </a:solidFill>
              <a:latin typeface="Poppins Light"/>
              <a:ea typeface="Poppins Light"/>
              <a:cs typeface="Poppins Light"/>
              <a:sym typeface="Poppins Light"/>
            </a:endParaRPr>
          </a:p>
        </p:txBody>
      </p:sp>
      <p:sp>
        <p:nvSpPr>
          <p:cNvPr id="202" name="Google Shape;202;p12"/>
          <p:cNvSpPr/>
          <p:nvPr/>
        </p:nvSpPr>
        <p:spPr>
          <a:xfrm>
            <a:off x="8296139" y="3932665"/>
            <a:ext cx="57132" cy="57132"/>
          </a:xfrm>
          <a:custGeom>
            <a:rect b="b" l="l" r="r" t="t"/>
            <a:pathLst>
              <a:path extrusionOk="0" h="21600" w="21600">
                <a:moveTo>
                  <a:pt x="0" y="21600"/>
                </a:moveTo>
                <a:lnTo>
                  <a:pt x="10800" y="10800"/>
                </a:lnTo>
                <a:moveTo>
                  <a:pt x="21600" y="0"/>
                </a:moveTo>
                <a:lnTo>
                  <a:pt x="10800" y="10800"/>
                </a:lnTo>
                <a:moveTo>
                  <a:pt x="10800" y="10800"/>
                </a:moveTo>
                <a:lnTo>
                  <a:pt x="0" y="0"/>
                </a:lnTo>
                <a:moveTo>
                  <a:pt x="10800" y="10800"/>
                </a:moveTo>
                <a:lnTo>
                  <a:pt x="21600" y="21600"/>
                </a:lnTo>
              </a:path>
            </a:pathLst>
          </a:custGeom>
          <a:noFill/>
          <a:ln cap="rnd" cmpd="sng" w="31750">
            <a:solidFill>
              <a:srgbClr val="5C3131"/>
            </a:solidFill>
            <a:prstDash val="solid"/>
            <a:round/>
            <a:headEnd len="sm" w="sm" type="none"/>
            <a:tailEnd len="sm" w="sm" type="none"/>
          </a:ln>
        </p:spPr>
        <p:txBody>
          <a:bodyPr anchorCtr="0" anchor="ctr" bIns="17150" lIns="17150" spcFirstLastPara="1" rIns="17150" wrap="square" tIns="17150">
            <a:noAutofit/>
          </a:bodyPr>
          <a:lstStyle/>
          <a:p>
            <a:pPr indent="0" lvl="0" marL="0" marR="0" rtl="0" algn="l">
              <a:lnSpc>
                <a:spcPct val="100000"/>
              </a:lnSpc>
              <a:spcBef>
                <a:spcPts val="0"/>
              </a:spcBef>
              <a:spcAft>
                <a:spcPts val="0"/>
              </a:spcAft>
              <a:buClr>
                <a:srgbClr val="000000"/>
              </a:buClr>
              <a:buSzPts val="900"/>
              <a:buFont typeface="Poppins SemiBold"/>
              <a:buNone/>
            </a:pPr>
            <a:r>
              <a:t/>
            </a:r>
            <a:endParaRPr b="0" i="0" sz="900" u="none" cap="none" strike="noStrike">
              <a:solidFill>
                <a:srgbClr val="0D0D0D"/>
              </a:solidFill>
              <a:latin typeface="Poppins Light"/>
              <a:ea typeface="Poppins Light"/>
              <a:cs typeface="Poppins Light"/>
              <a:sym typeface="Poppins Light"/>
            </a:endParaRPr>
          </a:p>
        </p:txBody>
      </p:sp>
      <p:sp>
        <p:nvSpPr>
          <p:cNvPr id="203" name="Google Shape;203;p12"/>
          <p:cNvSpPr/>
          <p:nvPr/>
        </p:nvSpPr>
        <p:spPr>
          <a:xfrm>
            <a:off x="8296139" y="4410055"/>
            <a:ext cx="57132" cy="57132"/>
          </a:xfrm>
          <a:custGeom>
            <a:rect b="b" l="l" r="r" t="t"/>
            <a:pathLst>
              <a:path extrusionOk="0" h="21600" w="21600">
                <a:moveTo>
                  <a:pt x="0" y="21600"/>
                </a:moveTo>
                <a:lnTo>
                  <a:pt x="10800" y="10800"/>
                </a:lnTo>
                <a:moveTo>
                  <a:pt x="21600" y="0"/>
                </a:moveTo>
                <a:lnTo>
                  <a:pt x="10800" y="10800"/>
                </a:lnTo>
                <a:moveTo>
                  <a:pt x="10800" y="10800"/>
                </a:moveTo>
                <a:lnTo>
                  <a:pt x="0" y="0"/>
                </a:lnTo>
                <a:moveTo>
                  <a:pt x="10800" y="10800"/>
                </a:moveTo>
                <a:lnTo>
                  <a:pt x="21600" y="21600"/>
                </a:lnTo>
              </a:path>
            </a:pathLst>
          </a:custGeom>
          <a:noFill/>
          <a:ln cap="rnd" cmpd="sng" w="31750">
            <a:solidFill>
              <a:srgbClr val="5C3131"/>
            </a:solidFill>
            <a:prstDash val="solid"/>
            <a:round/>
            <a:headEnd len="sm" w="sm" type="none"/>
            <a:tailEnd len="sm" w="sm" type="none"/>
          </a:ln>
        </p:spPr>
        <p:txBody>
          <a:bodyPr anchorCtr="0" anchor="ctr" bIns="17150" lIns="17150" spcFirstLastPara="1" rIns="17150" wrap="square" tIns="17150">
            <a:noAutofit/>
          </a:bodyPr>
          <a:lstStyle/>
          <a:p>
            <a:pPr indent="0" lvl="0" marL="0" marR="0" rtl="0" algn="l">
              <a:lnSpc>
                <a:spcPct val="100000"/>
              </a:lnSpc>
              <a:spcBef>
                <a:spcPts val="0"/>
              </a:spcBef>
              <a:spcAft>
                <a:spcPts val="0"/>
              </a:spcAft>
              <a:buClr>
                <a:srgbClr val="000000"/>
              </a:buClr>
              <a:buSzPts val="900"/>
              <a:buFont typeface="Poppins SemiBold"/>
              <a:buNone/>
            </a:pPr>
            <a:r>
              <a:t/>
            </a:r>
            <a:endParaRPr b="0" i="0" sz="900" u="none" cap="none" strike="noStrike">
              <a:solidFill>
                <a:srgbClr val="0D0D0D"/>
              </a:solidFill>
              <a:latin typeface="Poppins Light"/>
              <a:ea typeface="Poppins Light"/>
              <a:cs typeface="Poppins Light"/>
              <a:sym typeface="Poppins Light"/>
            </a:endParaRPr>
          </a:p>
        </p:txBody>
      </p:sp>
      <p:pic>
        <p:nvPicPr>
          <p:cNvPr id="204" name="Google Shape;204;p12"/>
          <p:cNvPicPr preferRelativeResize="0"/>
          <p:nvPr/>
        </p:nvPicPr>
        <p:blipFill rotWithShape="1">
          <a:blip r:embed="rId3">
            <a:alphaModFix/>
          </a:blip>
          <a:srcRect b="0" l="0" r="0" t="0"/>
          <a:stretch/>
        </p:blipFill>
        <p:spPr>
          <a:xfrm>
            <a:off x="7850312" y="1395575"/>
            <a:ext cx="948690" cy="285750"/>
          </a:xfrm>
          <a:prstGeom prst="rect">
            <a:avLst/>
          </a:prstGeom>
          <a:noFill/>
          <a:ln>
            <a:noFill/>
          </a:ln>
        </p:spPr>
      </p:pic>
      <p:pic>
        <p:nvPicPr>
          <p:cNvPr id="205" name="Google Shape;205;p12"/>
          <p:cNvPicPr preferRelativeResize="0"/>
          <p:nvPr/>
        </p:nvPicPr>
        <p:blipFill rotWithShape="1">
          <a:blip r:embed="rId4">
            <a:alphaModFix/>
          </a:blip>
          <a:srcRect b="0" l="0" r="0" t="0"/>
          <a:stretch/>
        </p:blipFill>
        <p:spPr>
          <a:xfrm>
            <a:off x="6528954" y="1134925"/>
            <a:ext cx="666900" cy="6669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9" name="Shape 209"/>
        <p:cNvGrpSpPr/>
        <p:nvPr/>
      </p:nvGrpSpPr>
      <p:grpSpPr>
        <a:xfrm>
          <a:off x="0" y="0"/>
          <a:ext cx="0" cy="0"/>
          <a:chOff x="0" y="0"/>
          <a:chExt cx="0" cy="0"/>
        </a:xfrm>
      </p:grpSpPr>
      <p:sp>
        <p:nvSpPr>
          <p:cNvPr id="210" name="Google Shape;210;p17"/>
          <p:cNvSpPr txBox="1"/>
          <p:nvPr>
            <p:ph type="title"/>
          </p:nvPr>
        </p:nvSpPr>
        <p:spPr>
          <a:xfrm>
            <a:off x="1283100" y="2285375"/>
            <a:ext cx="4815600" cy="5727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3800"/>
              <a:buNone/>
            </a:pPr>
            <a:r>
              <a:rPr lang="en-US"/>
              <a:t>Investment</a:t>
            </a:r>
            <a:endParaRPr/>
          </a:p>
        </p:txBody>
      </p:sp>
      <p:pic>
        <p:nvPicPr>
          <p:cNvPr id="211" name="Google Shape;211;p17"/>
          <p:cNvPicPr preferRelativeResize="0"/>
          <p:nvPr/>
        </p:nvPicPr>
        <p:blipFill rotWithShape="1">
          <a:blip r:embed="rId3">
            <a:alphaModFix/>
          </a:blip>
          <a:srcRect b="0" l="0" r="0" t="0"/>
          <a:stretch/>
        </p:blipFill>
        <p:spPr>
          <a:xfrm>
            <a:off x="6367550" y="1670575"/>
            <a:ext cx="1825575" cy="18255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5" name="Shape 215"/>
        <p:cNvGrpSpPr/>
        <p:nvPr/>
      </p:nvGrpSpPr>
      <p:grpSpPr>
        <a:xfrm>
          <a:off x="0" y="0"/>
          <a:ext cx="0" cy="0"/>
          <a:chOff x="0" y="0"/>
          <a:chExt cx="0" cy="0"/>
        </a:xfrm>
      </p:grpSpPr>
      <p:cxnSp>
        <p:nvCxnSpPr>
          <p:cNvPr id="216" name="Google Shape;216;p18"/>
          <p:cNvCxnSpPr/>
          <p:nvPr/>
        </p:nvCxnSpPr>
        <p:spPr>
          <a:xfrm>
            <a:off x="2351800" y="3022925"/>
            <a:ext cx="6792300" cy="0"/>
          </a:xfrm>
          <a:prstGeom prst="straightConnector1">
            <a:avLst/>
          </a:prstGeom>
          <a:noFill/>
          <a:ln cap="flat" cmpd="sng" w="19050">
            <a:solidFill>
              <a:schemeClr val="lt1"/>
            </a:solidFill>
            <a:prstDash val="solid"/>
            <a:round/>
            <a:headEnd len="sm" w="sm" type="none"/>
            <a:tailEnd len="sm" w="sm" type="none"/>
          </a:ln>
        </p:spPr>
      </p:cxnSp>
      <p:sp>
        <p:nvSpPr>
          <p:cNvPr id="217" name="Google Shape;217;p18"/>
          <p:cNvSpPr/>
          <p:nvPr/>
        </p:nvSpPr>
        <p:spPr>
          <a:xfrm>
            <a:off x="4963497" y="1350750"/>
            <a:ext cx="3395100" cy="3339300"/>
          </a:xfrm>
          <a:prstGeom prst="roundRect">
            <a:avLst>
              <a:gd fmla="val 76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18"/>
          <p:cNvSpPr/>
          <p:nvPr/>
        </p:nvSpPr>
        <p:spPr>
          <a:xfrm>
            <a:off x="785400" y="1350750"/>
            <a:ext cx="3395100" cy="3339300"/>
          </a:xfrm>
          <a:prstGeom prst="roundRect">
            <a:avLst>
              <a:gd fmla="val 7624" name="adj"/>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18"/>
          <p:cNvSpPr txBox="1"/>
          <p:nvPr>
            <p:ph type="title"/>
          </p:nvPr>
        </p:nvSpPr>
        <p:spPr>
          <a:xfrm>
            <a:off x="456046" y="403100"/>
            <a:ext cx="8232000" cy="57270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SzPts val="3000"/>
              <a:buNone/>
            </a:pPr>
            <a:r>
              <a:rPr lang="en-US" sz="2600"/>
              <a:t>We are looking for…</a:t>
            </a:r>
            <a:endParaRPr sz="2600"/>
          </a:p>
        </p:txBody>
      </p:sp>
      <p:sp>
        <p:nvSpPr>
          <p:cNvPr id="220" name="Google Shape;220;p18"/>
          <p:cNvSpPr txBox="1"/>
          <p:nvPr>
            <p:ph idx="1" type="subTitle"/>
          </p:nvPr>
        </p:nvSpPr>
        <p:spPr>
          <a:xfrm>
            <a:off x="1138514" y="1515404"/>
            <a:ext cx="2688900" cy="517800"/>
          </a:xfrm>
          <a:prstGeom prst="rect">
            <a:avLst/>
          </a:prstGeom>
          <a:noFill/>
          <a:ln>
            <a:noFill/>
          </a:ln>
        </p:spPr>
        <p:txBody>
          <a:bodyPr anchorCtr="0" anchor="t" bIns="91425" lIns="0" spcFirstLastPara="1" rIns="0" wrap="square" tIns="91425">
            <a:noAutofit/>
          </a:bodyPr>
          <a:lstStyle/>
          <a:p>
            <a:pPr indent="0" lvl="0" marL="0" rtl="0" algn="l">
              <a:lnSpc>
                <a:spcPct val="115000"/>
              </a:lnSpc>
              <a:spcBef>
                <a:spcPts val="0"/>
              </a:spcBef>
              <a:spcAft>
                <a:spcPts val="0"/>
              </a:spcAft>
              <a:buSzPts val="1900"/>
              <a:buNone/>
            </a:pPr>
            <a:r>
              <a:rPr lang="en-US">
                <a:solidFill>
                  <a:srgbClr val="0D0D0D"/>
                </a:solidFill>
              </a:rPr>
              <a:t>A partner, with</a:t>
            </a:r>
            <a:endParaRPr>
              <a:solidFill>
                <a:srgbClr val="0D0D0D"/>
              </a:solidFill>
            </a:endParaRPr>
          </a:p>
        </p:txBody>
      </p:sp>
      <p:sp>
        <p:nvSpPr>
          <p:cNvPr id="221" name="Google Shape;221;p18"/>
          <p:cNvSpPr txBox="1"/>
          <p:nvPr>
            <p:ph idx="1" type="subTitle"/>
          </p:nvPr>
        </p:nvSpPr>
        <p:spPr>
          <a:xfrm>
            <a:off x="5316583" y="1515404"/>
            <a:ext cx="2688900" cy="517800"/>
          </a:xfrm>
          <a:prstGeom prst="rect">
            <a:avLst/>
          </a:prstGeom>
          <a:noFill/>
          <a:ln>
            <a:noFill/>
          </a:ln>
        </p:spPr>
        <p:txBody>
          <a:bodyPr anchorCtr="0" anchor="t" bIns="91425" lIns="0" spcFirstLastPara="1" rIns="0" wrap="square" tIns="91425">
            <a:noAutofit/>
          </a:bodyPr>
          <a:lstStyle/>
          <a:p>
            <a:pPr indent="0" lvl="0" marL="0" rtl="0" algn="l">
              <a:lnSpc>
                <a:spcPct val="115000"/>
              </a:lnSpc>
              <a:spcBef>
                <a:spcPts val="0"/>
              </a:spcBef>
              <a:spcAft>
                <a:spcPts val="0"/>
              </a:spcAft>
              <a:buSzPts val="1900"/>
              <a:buNone/>
            </a:pPr>
            <a:r>
              <a:rPr lang="en-US"/>
              <a:t>$</a:t>
            </a:r>
            <a:r>
              <a:rPr lang="en-US">
                <a:solidFill>
                  <a:srgbClr val="0D0D0D"/>
                </a:solidFill>
              </a:rPr>
              <a:t>1M USD</a:t>
            </a:r>
            <a:r>
              <a:rPr lang="en-US"/>
              <a:t> </a:t>
            </a:r>
            <a:r>
              <a:rPr lang="en-US">
                <a:solidFill>
                  <a:srgbClr val="0D0D0D"/>
                </a:solidFill>
              </a:rPr>
              <a:t>to</a:t>
            </a:r>
            <a:endParaRPr>
              <a:solidFill>
                <a:srgbClr val="0D0D0D"/>
              </a:solidFill>
            </a:endParaRPr>
          </a:p>
        </p:txBody>
      </p:sp>
      <p:sp>
        <p:nvSpPr>
          <p:cNvPr id="222" name="Google Shape;222;p18"/>
          <p:cNvSpPr txBox="1"/>
          <p:nvPr>
            <p:ph idx="2" type="body"/>
          </p:nvPr>
        </p:nvSpPr>
        <p:spPr>
          <a:xfrm>
            <a:off x="1138514" y="2033204"/>
            <a:ext cx="2688900" cy="517800"/>
          </a:xfrm>
          <a:prstGeom prst="rect">
            <a:avLst/>
          </a:prstGeom>
          <a:noFill/>
          <a:ln>
            <a:noFill/>
          </a:ln>
        </p:spPr>
        <p:txBody>
          <a:bodyPr anchorCtr="0" anchor="t" bIns="91425" lIns="0" spcFirstLastPara="1" rIns="0" wrap="square" tIns="91425">
            <a:noAutofit/>
          </a:bodyPr>
          <a:lstStyle/>
          <a:p>
            <a:pPr indent="0" lvl="0" marL="0" rtl="0" algn="l">
              <a:lnSpc>
                <a:spcPct val="115000"/>
              </a:lnSpc>
              <a:spcBef>
                <a:spcPts val="0"/>
              </a:spcBef>
              <a:spcAft>
                <a:spcPts val="0"/>
              </a:spcAft>
              <a:buSzPts val="900"/>
              <a:buNone/>
            </a:pPr>
            <a:r>
              <a:rPr lang="en-US" sz="1000">
                <a:solidFill>
                  <a:srgbClr val="0D0D0D"/>
                </a:solidFill>
                <a:latin typeface="Poppins SemiBold"/>
                <a:ea typeface="Poppins SemiBold"/>
                <a:cs typeface="Poppins SemiBold"/>
                <a:sym typeface="Poppins SemiBold"/>
              </a:rPr>
              <a:t>Grit, passion and expertise within our landscape</a:t>
            </a:r>
            <a:endParaRPr sz="1000">
              <a:solidFill>
                <a:srgbClr val="0D0D0D"/>
              </a:solidFill>
              <a:latin typeface="Poppins SemiBold"/>
              <a:ea typeface="Poppins SemiBold"/>
              <a:cs typeface="Poppins SemiBold"/>
              <a:sym typeface="Poppins SemiBold"/>
            </a:endParaRPr>
          </a:p>
          <a:p>
            <a:pPr indent="0" lvl="0" marL="0" rtl="0" algn="l">
              <a:lnSpc>
                <a:spcPct val="115000"/>
              </a:lnSpc>
              <a:spcBef>
                <a:spcPts val="900"/>
              </a:spcBef>
              <a:spcAft>
                <a:spcPts val="0"/>
              </a:spcAft>
              <a:buSzPts val="900"/>
              <a:buNone/>
            </a:pPr>
            <a:r>
              <a:rPr lang="en-US">
                <a:solidFill>
                  <a:schemeClr val="dk1"/>
                </a:solidFill>
                <a:latin typeface="Poppins"/>
                <a:ea typeface="Poppins"/>
                <a:cs typeface="Poppins"/>
                <a:sym typeface="Poppins"/>
              </a:rPr>
              <a:t>1. Strategic vision and experience.</a:t>
            </a:r>
            <a:endParaRPr>
              <a:solidFill>
                <a:schemeClr val="dk1"/>
              </a:solidFill>
              <a:latin typeface="Poppins"/>
              <a:ea typeface="Poppins"/>
              <a:cs typeface="Poppins"/>
              <a:sym typeface="Poppins"/>
            </a:endParaRPr>
          </a:p>
          <a:p>
            <a:pPr indent="0" lvl="0" marL="0" rtl="0" algn="l">
              <a:lnSpc>
                <a:spcPct val="115000"/>
              </a:lnSpc>
              <a:spcBef>
                <a:spcPts val="900"/>
              </a:spcBef>
              <a:spcAft>
                <a:spcPts val="0"/>
              </a:spcAft>
              <a:buSzPts val="900"/>
              <a:buNone/>
            </a:pPr>
            <a:r>
              <a:rPr lang="en-US">
                <a:solidFill>
                  <a:schemeClr val="dk1"/>
                </a:solidFill>
                <a:latin typeface="Poppins"/>
                <a:ea typeface="Poppins"/>
                <a:cs typeface="Poppins"/>
                <a:sym typeface="Poppins"/>
              </a:rPr>
              <a:t>2. Passion for innovation and technology.</a:t>
            </a:r>
            <a:endParaRPr>
              <a:solidFill>
                <a:schemeClr val="dk1"/>
              </a:solidFill>
              <a:latin typeface="Poppins"/>
              <a:ea typeface="Poppins"/>
              <a:cs typeface="Poppins"/>
              <a:sym typeface="Poppins"/>
            </a:endParaRPr>
          </a:p>
          <a:p>
            <a:pPr indent="0" lvl="0" marL="0" rtl="0" algn="l">
              <a:lnSpc>
                <a:spcPct val="115000"/>
              </a:lnSpc>
              <a:spcBef>
                <a:spcPts val="900"/>
              </a:spcBef>
              <a:spcAft>
                <a:spcPts val="0"/>
              </a:spcAft>
              <a:buSzPts val="900"/>
              <a:buNone/>
            </a:pPr>
            <a:r>
              <a:rPr lang="en-US">
                <a:solidFill>
                  <a:schemeClr val="dk1"/>
                </a:solidFill>
                <a:latin typeface="Poppins"/>
                <a:ea typeface="Poppins"/>
                <a:cs typeface="Poppins"/>
                <a:sym typeface="Poppins"/>
              </a:rPr>
              <a:t>3. Willingness to overhaul current industry and establish a lasting legacy in Texas politics.</a:t>
            </a:r>
            <a:endParaRPr>
              <a:solidFill>
                <a:schemeClr val="dk1"/>
              </a:solidFill>
              <a:latin typeface="Poppins"/>
              <a:ea typeface="Poppins"/>
              <a:cs typeface="Poppins"/>
              <a:sym typeface="Poppins"/>
            </a:endParaRPr>
          </a:p>
          <a:p>
            <a:pPr indent="0" lvl="0" marL="0" rtl="0" algn="l">
              <a:lnSpc>
                <a:spcPct val="115000"/>
              </a:lnSpc>
              <a:spcBef>
                <a:spcPts val="900"/>
              </a:spcBef>
              <a:spcAft>
                <a:spcPts val="900"/>
              </a:spcAft>
              <a:buSzPts val="900"/>
              <a:buNone/>
            </a:pPr>
            <a:r>
              <a:rPr lang="en-US">
                <a:solidFill>
                  <a:schemeClr val="dk1"/>
                </a:solidFill>
                <a:latin typeface="Poppins"/>
                <a:ea typeface="Poppins"/>
                <a:cs typeface="Poppins"/>
                <a:sym typeface="Poppins"/>
              </a:rPr>
              <a:t>4. Strong network and industry connections.</a:t>
            </a:r>
            <a:endParaRPr sz="1000">
              <a:solidFill>
                <a:srgbClr val="0D0D0D"/>
              </a:solidFill>
              <a:latin typeface="Poppins SemiBold"/>
              <a:ea typeface="Poppins SemiBold"/>
              <a:cs typeface="Poppins SemiBold"/>
              <a:sym typeface="Poppins SemiBold"/>
            </a:endParaRPr>
          </a:p>
        </p:txBody>
      </p:sp>
      <p:sp>
        <p:nvSpPr>
          <p:cNvPr id="223" name="Google Shape;223;p18"/>
          <p:cNvSpPr txBox="1"/>
          <p:nvPr>
            <p:ph idx="2" type="body"/>
          </p:nvPr>
        </p:nvSpPr>
        <p:spPr>
          <a:xfrm>
            <a:off x="5316564" y="2033204"/>
            <a:ext cx="2688900" cy="517800"/>
          </a:xfrm>
          <a:prstGeom prst="rect">
            <a:avLst/>
          </a:prstGeom>
          <a:noFill/>
          <a:ln>
            <a:noFill/>
          </a:ln>
        </p:spPr>
        <p:txBody>
          <a:bodyPr anchorCtr="0" anchor="t" bIns="91425" lIns="0" spcFirstLastPara="1" rIns="0" wrap="square" tIns="91425">
            <a:noAutofit/>
          </a:bodyPr>
          <a:lstStyle/>
          <a:p>
            <a:pPr indent="0" lvl="0" marL="0" rtl="0" algn="l">
              <a:lnSpc>
                <a:spcPct val="115000"/>
              </a:lnSpc>
              <a:spcBef>
                <a:spcPts val="0"/>
              </a:spcBef>
              <a:spcAft>
                <a:spcPts val="0"/>
              </a:spcAft>
              <a:buSzPts val="900"/>
              <a:buNone/>
            </a:pPr>
            <a:r>
              <a:rPr lang="en-US" sz="1000">
                <a:solidFill>
                  <a:srgbClr val="0D0D0D"/>
                </a:solidFill>
                <a:latin typeface="Poppins SemiBold"/>
                <a:ea typeface="Poppins SemiBold"/>
                <a:cs typeface="Poppins SemiBold"/>
                <a:sym typeface="Poppins SemiBold"/>
              </a:rPr>
              <a:t>Launch and expand the product across teams &amp; build foundation for scalability</a:t>
            </a:r>
            <a:endParaRPr sz="1000">
              <a:solidFill>
                <a:srgbClr val="0D0D0D"/>
              </a:solidFill>
              <a:latin typeface="Poppins SemiBold"/>
              <a:ea typeface="Poppins SemiBold"/>
              <a:cs typeface="Poppins SemiBold"/>
              <a:sym typeface="Poppins SemiBold"/>
            </a:endParaRPr>
          </a:p>
          <a:p>
            <a:pPr indent="0" lvl="0" marL="0" rtl="0" algn="l">
              <a:lnSpc>
                <a:spcPct val="115000"/>
              </a:lnSpc>
              <a:spcBef>
                <a:spcPts val="900"/>
              </a:spcBef>
              <a:spcAft>
                <a:spcPts val="0"/>
              </a:spcAft>
              <a:buSzPts val="900"/>
              <a:buNone/>
            </a:pPr>
            <a:r>
              <a:rPr lang="en-US">
                <a:solidFill>
                  <a:schemeClr val="dk1"/>
                </a:solidFill>
                <a:latin typeface="Poppins"/>
                <a:ea typeface="Poppins"/>
                <a:cs typeface="Poppins"/>
                <a:sym typeface="Poppins"/>
              </a:rPr>
              <a:t>1. Product development.</a:t>
            </a:r>
            <a:endParaRPr>
              <a:solidFill>
                <a:schemeClr val="dk1"/>
              </a:solidFill>
              <a:latin typeface="Poppins"/>
              <a:ea typeface="Poppins"/>
              <a:cs typeface="Poppins"/>
              <a:sym typeface="Poppins"/>
            </a:endParaRPr>
          </a:p>
          <a:p>
            <a:pPr indent="0" lvl="0" marL="0" rtl="0" algn="l">
              <a:lnSpc>
                <a:spcPct val="115000"/>
              </a:lnSpc>
              <a:spcBef>
                <a:spcPts val="900"/>
              </a:spcBef>
              <a:spcAft>
                <a:spcPts val="0"/>
              </a:spcAft>
              <a:buSzPts val="900"/>
              <a:buNone/>
            </a:pPr>
            <a:r>
              <a:rPr lang="en-US">
                <a:solidFill>
                  <a:schemeClr val="dk1"/>
                </a:solidFill>
                <a:latin typeface="Poppins"/>
                <a:ea typeface="Poppins"/>
                <a:cs typeface="Poppins"/>
                <a:sym typeface="Poppins"/>
              </a:rPr>
              <a:t>2. Marketing and user acquisition.</a:t>
            </a:r>
            <a:endParaRPr>
              <a:solidFill>
                <a:schemeClr val="dk1"/>
              </a:solidFill>
              <a:latin typeface="Poppins"/>
              <a:ea typeface="Poppins"/>
              <a:cs typeface="Poppins"/>
              <a:sym typeface="Poppins"/>
            </a:endParaRPr>
          </a:p>
          <a:p>
            <a:pPr indent="0" lvl="0" marL="0" rtl="0" algn="l">
              <a:lnSpc>
                <a:spcPct val="115000"/>
              </a:lnSpc>
              <a:spcBef>
                <a:spcPts val="900"/>
              </a:spcBef>
              <a:spcAft>
                <a:spcPts val="0"/>
              </a:spcAft>
              <a:buSzPts val="900"/>
              <a:buNone/>
            </a:pPr>
            <a:r>
              <a:rPr lang="en-US">
                <a:solidFill>
                  <a:schemeClr val="dk1"/>
                </a:solidFill>
                <a:latin typeface="Poppins"/>
                <a:ea typeface="Poppins"/>
                <a:cs typeface="Poppins"/>
                <a:sym typeface="Poppins"/>
              </a:rPr>
              <a:t>3. Partnerships and collaborations.</a:t>
            </a:r>
            <a:endParaRPr>
              <a:solidFill>
                <a:schemeClr val="dk1"/>
              </a:solidFill>
              <a:latin typeface="Poppins"/>
              <a:ea typeface="Poppins"/>
              <a:cs typeface="Poppins"/>
              <a:sym typeface="Poppins"/>
            </a:endParaRPr>
          </a:p>
          <a:p>
            <a:pPr indent="0" lvl="0" marL="0" rtl="0" algn="l">
              <a:lnSpc>
                <a:spcPct val="115000"/>
              </a:lnSpc>
              <a:spcBef>
                <a:spcPts val="900"/>
              </a:spcBef>
              <a:spcAft>
                <a:spcPts val="900"/>
              </a:spcAft>
              <a:buSzPts val="900"/>
              <a:buNone/>
            </a:pPr>
            <a:r>
              <a:rPr lang="en-US">
                <a:solidFill>
                  <a:schemeClr val="dk1"/>
                </a:solidFill>
                <a:latin typeface="Poppins"/>
                <a:ea typeface="Poppins"/>
                <a:cs typeface="Poppins"/>
                <a:sym typeface="Poppins"/>
              </a:rPr>
              <a:t>4. Team expansion.</a:t>
            </a:r>
            <a:endParaRPr sz="1000">
              <a:solidFill>
                <a:srgbClr val="0D0D0D"/>
              </a:solidFill>
              <a:latin typeface="Poppins SemiBold"/>
              <a:ea typeface="Poppins SemiBold"/>
              <a:cs typeface="Poppins SemiBold"/>
              <a:sym typeface="Poppins SemiBo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7" name="Shape 227"/>
        <p:cNvGrpSpPr/>
        <p:nvPr/>
      </p:nvGrpSpPr>
      <p:grpSpPr>
        <a:xfrm>
          <a:off x="0" y="0"/>
          <a:ext cx="0" cy="0"/>
          <a:chOff x="0" y="0"/>
          <a:chExt cx="0" cy="0"/>
        </a:xfrm>
      </p:grpSpPr>
      <p:sp>
        <p:nvSpPr>
          <p:cNvPr id="228" name="Google Shape;228;g250a953eac4_0_17"/>
          <p:cNvSpPr/>
          <p:nvPr/>
        </p:nvSpPr>
        <p:spPr>
          <a:xfrm>
            <a:off x="5333800" y="481525"/>
            <a:ext cx="3333900" cy="4187700"/>
          </a:xfrm>
          <a:prstGeom prst="roundRect">
            <a:avLst>
              <a:gd fmla="val 8097"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g250a953eac4_0_17"/>
          <p:cNvSpPr txBox="1"/>
          <p:nvPr/>
        </p:nvSpPr>
        <p:spPr>
          <a:xfrm>
            <a:off x="5689225" y="1472800"/>
            <a:ext cx="2622600" cy="177000"/>
          </a:xfrm>
          <a:prstGeom prst="rect">
            <a:avLst/>
          </a:prstGeom>
          <a:noFill/>
          <a:ln>
            <a:noFill/>
          </a:ln>
        </p:spPr>
        <p:txBody>
          <a:bodyPr anchorCtr="0" anchor="t" bIns="19050" lIns="19050" spcFirstLastPara="1" rIns="19050" wrap="square" tIns="19050">
            <a:noAutofit/>
          </a:bodyPr>
          <a:lstStyle/>
          <a:p>
            <a:pPr indent="0" lvl="0" marL="0" marR="0" rtl="0" algn="l">
              <a:lnSpc>
                <a:spcPct val="140000"/>
              </a:lnSpc>
              <a:spcBef>
                <a:spcPts val="1500"/>
              </a:spcBef>
              <a:spcAft>
                <a:spcPts val="0"/>
              </a:spcAft>
              <a:buClr>
                <a:srgbClr val="000000"/>
              </a:buClr>
              <a:buSzPts val="900"/>
              <a:buFont typeface="Arial"/>
              <a:buNone/>
            </a:pPr>
            <a:r>
              <a:rPr b="0" i="0" lang="en-US" sz="900" u="none" cap="none" strike="noStrike">
                <a:solidFill>
                  <a:srgbClr val="0D0D0D"/>
                </a:solidFill>
                <a:latin typeface="Poppins Medium"/>
                <a:ea typeface="Poppins Medium"/>
                <a:cs typeface="Poppins Medium"/>
                <a:sym typeface="Poppins Medium"/>
              </a:rPr>
              <a:t>1. $1 Million initial investment</a:t>
            </a:r>
            <a:endParaRPr b="0" i="0" sz="900" u="none" cap="none" strike="noStrike">
              <a:solidFill>
                <a:srgbClr val="0D0D0D"/>
              </a:solidFill>
              <a:latin typeface="Poppins Medium"/>
              <a:ea typeface="Poppins Medium"/>
              <a:cs typeface="Poppins Medium"/>
              <a:sym typeface="Poppins Medium"/>
            </a:endParaRPr>
          </a:p>
          <a:p>
            <a:pPr indent="0" lvl="0" marL="0" marR="0" rtl="0" algn="l">
              <a:lnSpc>
                <a:spcPct val="140000"/>
              </a:lnSpc>
              <a:spcBef>
                <a:spcPts val="1500"/>
              </a:spcBef>
              <a:spcAft>
                <a:spcPts val="0"/>
              </a:spcAft>
              <a:buClr>
                <a:srgbClr val="000000"/>
              </a:buClr>
              <a:buSzPts val="900"/>
              <a:buFont typeface="Arial"/>
              <a:buNone/>
            </a:pPr>
            <a:r>
              <a:rPr b="0" i="0" lang="en-US" sz="900" u="none" cap="none" strike="noStrike">
                <a:solidFill>
                  <a:srgbClr val="0D0D0D"/>
                </a:solidFill>
                <a:latin typeface="Poppins Medium"/>
                <a:ea typeface="Poppins Medium"/>
                <a:cs typeface="Poppins Medium"/>
                <a:sym typeface="Poppins Medium"/>
              </a:rPr>
              <a:t>2. $350,000 MVP development cost</a:t>
            </a:r>
            <a:endParaRPr b="0" i="0" sz="900" u="none" cap="none" strike="noStrike">
              <a:solidFill>
                <a:srgbClr val="0D0D0D"/>
              </a:solidFill>
              <a:latin typeface="Poppins Medium"/>
              <a:ea typeface="Poppins Medium"/>
              <a:cs typeface="Poppins Medium"/>
              <a:sym typeface="Poppins Medium"/>
            </a:endParaRPr>
          </a:p>
          <a:p>
            <a:pPr indent="0" lvl="0" marL="0" marR="0" rtl="0" algn="l">
              <a:lnSpc>
                <a:spcPct val="140000"/>
              </a:lnSpc>
              <a:spcBef>
                <a:spcPts val="1500"/>
              </a:spcBef>
              <a:spcAft>
                <a:spcPts val="0"/>
              </a:spcAft>
              <a:buClr>
                <a:srgbClr val="000000"/>
              </a:buClr>
              <a:buSzPts val="900"/>
              <a:buFont typeface="Arial"/>
              <a:buNone/>
            </a:pPr>
            <a:r>
              <a:rPr b="0" i="0" lang="en-US" sz="900" u="none" cap="none" strike="noStrike">
                <a:solidFill>
                  <a:srgbClr val="0D0D0D"/>
                </a:solidFill>
                <a:latin typeface="Poppins Medium"/>
                <a:ea typeface="Poppins Medium"/>
                <a:cs typeface="Poppins Medium"/>
                <a:sym typeface="Poppins Medium"/>
              </a:rPr>
              <a:t>3. $10,140 year over year scraping and hosting costs (varies based on amount of data processing) </a:t>
            </a:r>
            <a:endParaRPr b="0" i="0" sz="900" u="none" cap="none" strike="noStrike">
              <a:solidFill>
                <a:srgbClr val="0D0D0D"/>
              </a:solidFill>
              <a:latin typeface="Poppins Medium"/>
              <a:ea typeface="Poppins Medium"/>
              <a:cs typeface="Poppins Medium"/>
              <a:sym typeface="Poppins Medium"/>
            </a:endParaRPr>
          </a:p>
        </p:txBody>
      </p:sp>
      <p:sp>
        <p:nvSpPr>
          <p:cNvPr id="230" name="Google Shape;230;g250a953eac4_0_17"/>
          <p:cNvSpPr txBox="1"/>
          <p:nvPr/>
        </p:nvSpPr>
        <p:spPr>
          <a:xfrm>
            <a:off x="5689674" y="1106291"/>
            <a:ext cx="2622600" cy="177000"/>
          </a:xfrm>
          <a:prstGeom prst="rect">
            <a:avLst/>
          </a:prstGeom>
          <a:noFill/>
          <a:ln>
            <a:noFill/>
          </a:ln>
        </p:spPr>
        <p:txBody>
          <a:bodyPr anchorCtr="0" anchor="t" bIns="19050" lIns="19050" spcFirstLastPara="1" rIns="19050" wrap="square" tIns="19050">
            <a:spAutoFit/>
          </a:bodyPr>
          <a:lstStyle/>
          <a:p>
            <a:pPr indent="0" lvl="0" marL="0" marR="0" rtl="0" algn="l">
              <a:lnSpc>
                <a:spcPct val="140000"/>
              </a:lnSpc>
              <a:spcBef>
                <a:spcPts val="0"/>
              </a:spcBef>
              <a:spcAft>
                <a:spcPts val="0"/>
              </a:spcAft>
              <a:buClr>
                <a:srgbClr val="0D0D0D"/>
              </a:buClr>
              <a:buSzPts val="800"/>
              <a:buFont typeface="Poppins SemiBold"/>
              <a:buNone/>
            </a:pPr>
            <a:r>
              <a:rPr b="0" i="0" lang="en-US" sz="900" u="none" cap="none" strike="noStrike">
                <a:solidFill>
                  <a:srgbClr val="0D0D0D"/>
                </a:solidFill>
                <a:latin typeface="Poppins SemiBold"/>
                <a:ea typeface="Poppins SemiBold"/>
                <a:cs typeface="Poppins SemiBold"/>
                <a:sym typeface="Poppins SemiBold"/>
              </a:rPr>
              <a:t>Investment highlights</a:t>
            </a:r>
            <a:endParaRPr b="0" i="0" sz="600" u="none" cap="none" strike="noStrike">
              <a:solidFill>
                <a:srgbClr val="000000"/>
              </a:solidFill>
              <a:latin typeface="Arial"/>
              <a:ea typeface="Arial"/>
              <a:cs typeface="Arial"/>
              <a:sym typeface="Arial"/>
            </a:endParaRPr>
          </a:p>
        </p:txBody>
      </p:sp>
      <p:sp>
        <p:nvSpPr>
          <p:cNvPr id="231" name="Google Shape;231;g250a953eac4_0_17"/>
          <p:cNvSpPr txBox="1"/>
          <p:nvPr/>
        </p:nvSpPr>
        <p:spPr>
          <a:xfrm>
            <a:off x="5689301" y="786801"/>
            <a:ext cx="2622600" cy="177000"/>
          </a:xfrm>
          <a:prstGeom prst="rect">
            <a:avLst/>
          </a:prstGeom>
          <a:noFill/>
          <a:ln>
            <a:noFill/>
          </a:ln>
        </p:spPr>
        <p:txBody>
          <a:bodyPr anchorCtr="0" anchor="ctr" bIns="19050" lIns="19050" spcFirstLastPara="1" rIns="19050" wrap="square" tIns="19050">
            <a:noAutofit/>
          </a:bodyPr>
          <a:lstStyle/>
          <a:p>
            <a:pPr indent="0" lvl="0" marL="0" marR="0" rtl="0" algn="l">
              <a:lnSpc>
                <a:spcPct val="140000"/>
              </a:lnSpc>
              <a:spcBef>
                <a:spcPts val="0"/>
              </a:spcBef>
              <a:spcAft>
                <a:spcPts val="0"/>
              </a:spcAft>
              <a:buClr>
                <a:schemeClr val="dk1"/>
              </a:buClr>
              <a:buSzPts val="800"/>
              <a:buFont typeface="Poppins SemiBold"/>
              <a:buNone/>
            </a:pPr>
            <a:r>
              <a:rPr b="0" i="0" lang="en-US" sz="1900" u="none" cap="none" strike="noStrike">
                <a:solidFill>
                  <a:schemeClr val="dk1"/>
                </a:solidFill>
                <a:latin typeface="Poppins SemiBold"/>
                <a:ea typeface="Poppins SemiBold"/>
                <a:cs typeface="Poppins SemiBold"/>
                <a:sym typeface="Poppins SemiBold"/>
              </a:rPr>
              <a:t>🤝</a:t>
            </a:r>
            <a:endParaRPr b="0" i="0" sz="1600" u="none" cap="none" strike="noStrike">
              <a:solidFill>
                <a:srgbClr val="000000"/>
              </a:solidFill>
              <a:latin typeface="Arial"/>
              <a:ea typeface="Arial"/>
              <a:cs typeface="Arial"/>
              <a:sym typeface="Arial"/>
            </a:endParaRPr>
          </a:p>
        </p:txBody>
      </p:sp>
      <p:sp>
        <p:nvSpPr>
          <p:cNvPr id="232" name="Google Shape;232;g250a953eac4_0_17"/>
          <p:cNvSpPr txBox="1"/>
          <p:nvPr/>
        </p:nvSpPr>
        <p:spPr>
          <a:xfrm>
            <a:off x="476250" y="476250"/>
            <a:ext cx="4228500" cy="438600"/>
          </a:xfrm>
          <a:prstGeom prst="rect">
            <a:avLst/>
          </a:prstGeom>
          <a:noFill/>
          <a:ln>
            <a:noFill/>
          </a:ln>
        </p:spPr>
        <p:txBody>
          <a:bodyPr anchorCtr="0" anchor="t" bIns="19050" lIns="19050" spcFirstLastPara="1" rIns="19050" wrap="square" tIns="19050">
            <a:spAutoFit/>
          </a:bodyPr>
          <a:lstStyle/>
          <a:p>
            <a:pPr indent="0" lvl="0" marL="0" marR="0" rtl="0" algn="l">
              <a:lnSpc>
                <a:spcPct val="120000"/>
              </a:lnSpc>
              <a:spcBef>
                <a:spcPts val="0"/>
              </a:spcBef>
              <a:spcAft>
                <a:spcPts val="0"/>
              </a:spcAft>
              <a:buClr>
                <a:srgbClr val="000000"/>
              </a:buClr>
              <a:buSzPts val="2600"/>
              <a:buFont typeface="Arial"/>
              <a:buNone/>
            </a:pPr>
            <a:r>
              <a:rPr b="0" i="0" lang="en-US" sz="2600" u="none" cap="none" strike="noStrike">
                <a:solidFill>
                  <a:srgbClr val="0D0D0D"/>
                </a:solidFill>
                <a:latin typeface="Poppins SemiBold"/>
                <a:ea typeface="Poppins SemiBold"/>
                <a:cs typeface="Poppins SemiBold"/>
                <a:sym typeface="Poppins SemiBold"/>
              </a:rPr>
              <a:t>Profit &amp; Loss Statement</a:t>
            </a:r>
            <a:endParaRPr b="0" i="0" sz="2600" u="none" cap="none" strike="noStrike">
              <a:solidFill>
                <a:srgbClr val="0D0D0D"/>
              </a:solidFill>
              <a:latin typeface="Poppins SemiBold"/>
              <a:ea typeface="Poppins SemiBold"/>
              <a:cs typeface="Poppins SemiBold"/>
              <a:sym typeface="Poppins SemiBo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6" name="Shape 236"/>
        <p:cNvGrpSpPr/>
        <p:nvPr/>
      </p:nvGrpSpPr>
      <p:grpSpPr>
        <a:xfrm>
          <a:off x="0" y="0"/>
          <a:ext cx="0" cy="0"/>
          <a:chOff x="0" y="0"/>
          <a:chExt cx="0" cy="0"/>
        </a:xfrm>
      </p:grpSpPr>
      <p:sp>
        <p:nvSpPr>
          <p:cNvPr id="237" name="Google Shape;237;g250a953eac4_0_27"/>
          <p:cNvSpPr/>
          <p:nvPr/>
        </p:nvSpPr>
        <p:spPr>
          <a:xfrm>
            <a:off x="5333800" y="481525"/>
            <a:ext cx="3333900" cy="4187700"/>
          </a:xfrm>
          <a:prstGeom prst="roundRect">
            <a:avLst>
              <a:gd fmla="val 8097"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g250a953eac4_0_27"/>
          <p:cNvSpPr txBox="1"/>
          <p:nvPr/>
        </p:nvSpPr>
        <p:spPr>
          <a:xfrm>
            <a:off x="5473600" y="1194800"/>
            <a:ext cx="3054300" cy="2748600"/>
          </a:xfrm>
          <a:prstGeom prst="rect">
            <a:avLst/>
          </a:prstGeom>
          <a:noFill/>
          <a:ln>
            <a:noFill/>
          </a:ln>
        </p:spPr>
        <p:txBody>
          <a:bodyPr anchorCtr="0" anchor="t" bIns="19050" lIns="19050" spcFirstLastPara="1" rIns="19050" wrap="square" tIns="19050">
            <a:noAutofit/>
          </a:bodyPr>
          <a:lstStyle/>
          <a:p>
            <a:pPr indent="0" lvl="0" marL="0" marR="0" rtl="0" algn="l">
              <a:lnSpc>
                <a:spcPct val="140000"/>
              </a:lnSpc>
              <a:spcBef>
                <a:spcPts val="1500"/>
              </a:spcBef>
              <a:spcAft>
                <a:spcPts val="0"/>
              </a:spcAft>
              <a:buClr>
                <a:srgbClr val="000000"/>
              </a:buClr>
              <a:buSzPts val="900"/>
              <a:buFont typeface="Arial"/>
              <a:buNone/>
            </a:pPr>
            <a:r>
              <a:rPr b="0" i="0" lang="en-US" sz="900" u="none" cap="none" strike="noStrike">
                <a:solidFill>
                  <a:srgbClr val="0D0D0D"/>
                </a:solidFill>
                <a:latin typeface="Poppins Medium"/>
                <a:ea typeface="Poppins Medium"/>
                <a:cs typeface="Poppins Medium"/>
                <a:sym typeface="Poppins Medium"/>
              </a:rPr>
              <a:t>Assumptions:  Telicon average cost for single subscription = $166.67/mo (biennium contract)</a:t>
            </a:r>
            <a:endParaRPr b="0" i="0" sz="900" u="none" cap="none" strike="noStrike">
              <a:solidFill>
                <a:srgbClr val="0D0D0D"/>
              </a:solidFill>
              <a:latin typeface="Poppins Medium"/>
              <a:ea typeface="Poppins Medium"/>
              <a:cs typeface="Poppins Medium"/>
              <a:sym typeface="Poppins Medium"/>
            </a:endParaRPr>
          </a:p>
          <a:p>
            <a:pPr indent="0" lvl="0" marL="0" marR="0" rtl="0" algn="l">
              <a:lnSpc>
                <a:spcPct val="140000"/>
              </a:lnSpc>
              <a:spcBef>
                <a:spcPts val="1500"/>
              </a:spcBef>
              <a:spcAft>
                <a:spcPts val="0"/>
              </a:spcAft>
              <a:buClr>
                <a:srgbClr val="000000"/>
              </a:buClr>
              <a:buSzPts val="900"/>
              <a:buFont typeface="Arial"/>
              <a:buNone/>
            </a:pPr>
            <a:r>
              <a:rPr b="0" i="0" lang="en-US" sz="900" u="none" cap="none" strike="noStrike">
                <a:solidFill>
                  <a:srgbClr val="0D0D0D"/>
                </a:solidFill>
                <a:latin typeface="Poppins Medium"/>
                <a:ea typeface="Poppins Medium"/>
                <a:cs typeface="Poppins Medium"/>
                <a:sym typeface="Poppins Medium"/>
              </a:rPr>
              <a:t>250 subscribers in 2025 session, drop to 150 subscriber  for remainder of 2025 interim (Does not include potential state agency customers or others with multiple extra licenses at additional $50/ea/mo)</a:t>
            </a:r>
            <a:endParaRPr b="0" i="0" sz="900" u="none" cap="none" strike="noStrike">
              <a:solidFill>
                <a:srgbClr val="0D0D0D"/>
              </a:solidFill>
              <a:latin typeface="Poppins Medium"/>
              <a:ea typeface="Poppins Medium"/>
              <a:cs typeface="Poppins Medium"/>
              <a:sym typeface="Poppins Medium"/>
            </a:endParaRPr>
          </a:p>
          <a:p>
            <a:pPr indent="0" lvl="0" marL="0" marR="0" rtl="0" algn="l">
              <a:lnSpc>
                <a:spcPct val="140000"/>
              </a:lnSpc>
              <a:spcBef>
                <a:spcPts val="1500"/>
              </a:spcBef>
              <a:spcAft>
                <a:spcPts val="0"/>
              </a:spcAft>
              <a:buClr>
                <a:srgbClr val="000000"/>
              </a:buClr>
              <a:buSzPts val="900"/>
              <a:buFont typeface="Arial"/>
              <a:buNone/>
            </a:pPr>
            <a:r>
              <a:rPr b="0" i="0" lang="en-US" sz="900" u="none" cap="none" strike="noStrike">
                <a:solidFill>
                  <a:srgbClr val="0D0D0D"/>
                </a:solidFill>
                <a:latin typeface="Poppins Medium"/>
                <a:ea typeface="Poppins Medium"/>
                <a:cs typeface="Poppins Medium"/>
                <a:sym typeface="Poppins Medium"/>
              </a:rPr>
              <a:t>2 options:</a:t>
            </a:r>
            <a:endParaRPr b="0" i="0" sz="900" u="none" cap="none" strike="noStrike">
              <a:solidFill>
                <a:srgbClr val="0D0D0D"/>
              </a:solidFill>
              <a:latin typeface="Poppins Medium"/>
              <a:ea typeface="Poppins Medium"/>
              <a:cs typeface="Poppins Medium"/>
              <a:sym typeface="Poppins Medium"/>
            </a:endParaRPr>
          </a:p>
          <a:p>
            <a:pPr indent="-285750" lvl="0" marL="457200" marR="0" rtl="0" algn="l">
              <a:lnSpc>
                <a:spcPct val="140000"/>
              </a:lnSpc>
              <a:spcBef>
                <a:spcPts val="1500"/>
              </a:spcBef>
              <a:spcAft>
                <a:spcPts val="0"/>
              </a:spcAft>
              <a:buClr>
                <a:srgbClr val="0D0D0D"/>
              </a:buClr>
              <a:buSzPts val="900"/>
              <a:buFont typeface="Poppins Medium"/>
              <a:buAutoNum type="arabicPeriod"/>
            </a:pPr>
            <a:r>
              <a:rPr b="0" i="0" lang="en-US" sz="900" u="none" cap="none" strike="noStrike">
                <a:solidFill>
                  <a:srgbClr val="0D0D0D"/>
                </a:solidFill>
                <a:latin typeface="Poppins Medium"/>
                <a:ea typeface="Poppins Medium"/>
                <a:cs typeface="Poppins Medium"/>
                <a:sym typeface="Poppins Medium"/>
              </a:rPr>
              <a:t>$250/mo session + $150/mo interim = $600,000 revenue session years   = $270,000 revenue interim years</a:t>
            </a:r>
            <a:endParaRPr b="0" i="0" sz="900" u="none" cap="none" strike="noStrike">
              <a:solidFill>
                <a:srgbClr val="0D0D0D"/>
              </a:solidFill>
              <a:latin typeface="Poppins Medium"/>
              <a:ea typeface="Poppins Medium"/>
              <a:cs typeface="Poppins Medium"/>
              <a:sym typeface="Poppins Medium"/>
            </a:endParaRPr>
          </a:p>
          <a:p>
            <a:pPr indent="-285750" lvl="0" marL="457200" marR="0" rtl="0" algn="l">
              <a:lnSpc>
                <a:spcPct val="140000"/>
              </a:lnSpc>
              <a:spcBef>
                <a:spcPts val="0"/>
              </a:spcBef>
              <a:spcAft>
                <a:spcPts val="0"/>
              </a:spcAft>
              <a:buClr>
                <a:srgbClr val="0D0D0D"/>
              </a:buClr>
              <a:buSzPts val="900"/>
              <a:buFont typeface="Poppins Medium"/>
              <a:buAutoNum type="arabicPeriod"/>
            </a:pPr>
            <a:r>
              <a:rPr b="0" i="0" lang="en-US" sz="900" u="none" cap="none" strike="noStrike">
                <a:solidFill>
                  <a:schemeClr val="dk1"/>
                </a:solidFill>
                <a:latin typeface="Poppins Medium"/>
                <a:ea typeface="Poppins Medium"/>
                <a:cs typeface="Poppins Medium"/>
                <a:sym typeface="Poppins Medium"/>
              </a:rPr>
              <a:t>$50/mo all year = $150,000/yr (biennial contract required)</a:t>
            </a:r>
            <a:endParaRPr b="0" i="0" sz="900" u="none" cap="none" strike="noStrike">
              <a:solidFill>
                <a:srgbClr val="0D0D0D"/>
              </a:solidFill>
              <a:latin typeface="Poppins Medium"/>
              <a:ea typeface="Poppins Medium"/>
              <a:cs typeface="Poppins Medium"/>
              <a:sym typeface="Poppins Medium"/>
            </a:endParaRPr>
          </a:p>
        </p:txBody>
      </p:sp>
      <p:sp>
        <p:nvSpPr>
          <p:cNvPr id="239" name="Google Shape;239;g250a953eac4_0_27"/>
          <p:cNvSpPr txBox="1"/>
          <p:nvPr/>
        </p:nvSpPr>
        <p:spPr>
          <a:xfrm>
            <a:off x="5689449" y="963791"/>
            <a:ext cx="2622600" cy="231000"/>
          </a:xfrm>
          <a:prstGeom prst="rect">
            <a:avLst/>
          </a:prstGeom>
          <a:noFill/>
          <a:ln>
            <a:noFill/>
          </a:ln>
        </p:spPr>
        <p:txBody>
          <a:bodyPr anchorCtr="0" anchor="t" bIns="19050" lIns="19050" spcFirstLastPara="1" rIns="19050" wrap="square" tIns="19050">
            <a:spAutoFit/>
          </a:bodyPr>
          <a:lstStyle/>
          <a:p>
            <a:pPr indent="0" lvl="0" marL="0" marR="0" rtl="0" algn="l">
              <a:lnSpc>
                <a:spcPct val="140000"/>
              </a:lnSpc>
              <a:spcBef>
                <a:spcPts val="0"/>
              </a:spcBef>
              <a:spcAft>
                <a:spcPts val="0"/>
              </a:spcAft>
              <a:buClr>
                <a:srgbClr val="0D0D0D"/>
              </a:buClr>
              <a:buSzPts val="800"/>
              <a:buFont typeface="Poppins SemiBold"/>
              <a:buNone/>
            </a:pPr>
            <a:r>
              <a:rPr b="0" i="0" lang="en-US" sz="900" u="none" cap="none" strike="noStrike">
                <a:solidFill>
                  <a:srgbClr val="0D0D0D"/>
                </a:solidFill>
                <a:latin typeface="Poppins SemiBold"/>
                <a:ea typeface="Poppins SemiBold"/>
                <a:cs typeface="Poppins SemiBold"/>
                <a:sym typeface="Poppins SemiBold"/>
              </a:rPr>
              <a:t>Subscription Fees and Targets</a:t>
            </a:r>
            <a:endParaRPr b="0" i="0" sz="600" u="none" cap="none" strike="noStrike">
              <a:solidFill>
                <a:srgbClr val="000000"/>
              </a:solidFill>
              <a:latin typeface="Arial"/>
              <a:ea typeface="Arial"/>
              <a:cs typeface="Arial"/>
              <a:sym typeface="Arial"/>
            </a:endParaRPr>
          </a:p>
        </p:txBody>
      </p:sp>
      <p:sp>
        <p:nvSpPr>
          <p:cNvPr id="240" name="Google Shape;240;g250a953eac4_0_27"/>
          <p:cNvSpPr txBox="1"/>
          <p:nvPr/>
        </p:nvSpPr>
        <p:spPr>
          <a:xfrm>
            <a:off x="5689301" y="786801"/>
            <a:ext cx="2622600" cy="177000"/>
          </a:xfrm>
          <a:prstGeom prst="rect">
            <a:avLst/>
          </a:prstGeom>
          <a:noFill/>
          <a:ln>
            <a:noFill/>
          </a:ln>
        </p:spPr>
        <p:txBody>
          <a:bodyPr anchorCtr="0" anchor="ctr" bIns="19050" lIns="19050" spcFirstLastPara="1" rIns="19050" wrap="square" tIns="19050">
            <a:noAutofit/>
          </a:bodyPr>
          <a:lstStyle/>
          <a:p>
            <a:pPr indent="0" lvl="0" marL="0" marR="0" rtl="0" algn="l">
              <a:lnSpc>
                <a:spcPct val="140000"/>
              </a:lnSpc>
              <a:spcBef>
                <a:spcPts val="0"/>
              </a:spcBef>
              <a:spcAft>
                <a:spcPts val="0"/>
              </a:spcAft>
              <a:buClr>
                <a:schemeClr val="dk1"/>
              </a:buClr>
              <a:buSzPts val="800"/>
              <a:buFont typeface="Poppins SemiBold"/>
              <a:buNone/>
            </a:pPr>
            <a:r>
              <a:rPr b="0" i="0" lang="en-US" sz="1900" u="none" cap="none" strike="noStrike">
                <a:solidFill>
                  <a:schemeClr val="dk1"/>
                </a:solidFill>
                <a:latin typeface="Poppins SemiBold"/>
                <a:ea typeface="Poppins SemiBold"/>
                <a:cs typeface="Poppins SemiBold"/>
                <a:sym typeface="Poppins SemiBold"/>
              </a:rPr>
              <a:t>🤝</a:t>
            </a:r>
            <a:endParaRPr b="0" i="0" sz="1600" u="none" cap="none" strike="noStrike">
              <a:solidFill>
                <a:srgbClr val="000000"/>
              </a:solidFill>
              <a:latin typeface="Arial"/>
              <a:ea typeface="Arial"/>
              <a:cs typeface="Arial"/>
              <a:sym typeface="Arial"/>
            </a:endParaRPr>
          </a:p>
        </p:txBody>
      </p:sp>
      <p:sp>
        <p:nvSpPr>
          <p:cNvPr id="241" name="Google Shape;241;g250a953eac4_0_27"/>
          <p:cNvSpPr txBox="1"/>
          <p:nvPr/>
        </p:nvSpPr>
        <p:spPr>
          <a:xfrm>
            <a:off x="476250" y="476250"/>
            <a:ext cx="4228500" cy="438600"/>
          </a:xfrm>
          <a:prstGeom prst="rect">
            <a:avLst/>
          </a:prstGeom>
          <a:noFill/>
          <a:ln>
            <a:noFill/>
          </a:ln>
        </p:spPr>
        <p:txBody>
          <a:bodyPr anchorCtr="0" anchor="t" bIns="19050" lIns="19050" spcFirstLastPara="1" rIns="19050" wrap="square" tIns="19050">
            <a:spAutoFit/>
          </a:bodyPr>
          <a:lstStyle/>
          <a:p>
            <a:pPr indent="0" lvl="0" marL="0" marR="0" rtl="0" algn="l">
              <a:lnSpc>
                <a:spcPct val="120000"/>
              </a:lnSpc>
              <a:spcBef>
                <a:spcPts val="0"/>
              </a:spcBef>
              <a:spcAft>
                <a:spcPts val="0"/>
              </a:spcAft>
              <a:buClr>
                <a:srgbClr val="000000"/>
              </a:buClr>
              <a:buSzPts val="2600"/>
              <a:buFont typeface="Arial"/>
              <a:buNone/>
            </a:pPr>
            <a:r>
              <a:rPr b="0" i="0" lang="en-US" sz="2600" u="none" cap="none" strike="noStrike">
                <a:solidFill>
                  <a:srgbClr val="0D0D0D"/>
                </a:solidFill>
                <a:latin typeface="Poppins SemiBold"/>
                <a:ea typeface="Poppins SemiBold"/>
                <a:cs typeface="Poppins SemiBold"/>
                <a:sym typeface="Poppins SemiBold"/>
              </a:rPr>
              <a:t>Profit &amp; Loss Statement</a:t>
            </a:r>
            <a:endParaRPr b="0" i="0" sz="2600" u="none" cap="none" strike="noStrike">
              <a:solidFill>
                <a:srgbClr val="0D0D0D"/>
              </a:solidFill>
              <a:latin typeface="Poppins SemiBold"/>
              <a:ea typeface="Poppins SemiBold"/>
              <a:cs typeface="Poppins SemiBold"/>
              <a:sym typeface="Poppins SemiBo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5" name="Shape 245"/>
        <p:cNvGrpSpPr/>
        <p:nvPr/>
      </p:nvGrpSpPr>
      <p:grpSpPr>
        <a:xfrm>
          <a:off x="0" y="0"/>
          <a:ext cx="0" cy="0"/>
          <a:chOff x="0" y="0"/>
          <a:chExt cx="0" cy="0"/>
        </a:xfrm>
      </p:grpSpPr>
      <p:cxnSp>
        <p:nvCxnSpPr>
          <p:cNvPr id="246" name="Google Shape;246;g2520cd657a0_0_2"/>
          <p:cNvCxnSpPr/>
          <p:nvPr/>
        </p:nvCxnSpPr>
        <p:spPr>
          <a:xfrm>
            <a:off x="2351800" y="3022925"/>
            <a:ext cx="6792300" cy="0"/>
          </a:xfrm>
          <a:prstGeom prst="straightConnector1">
            <a:avLst/>
          </a:prstGeom>
          <a:noFill/>
          <a:ln cap="flat" cmpd="sng" w="19050">
            <a:solidFill>
              <a:schemeClr val="lt1"/>
            </a:solidFill>
            <a:prstDash val="solid"/>
            <a:round/>
            <a:headEnd len="sm" w="sm" type="none"/>
            <a:tailEnd len="sm" w="sm" type="none"/>
          </a:ln>
        </p:spPr>
      </p:cxnSp>
      <p:sp>
        <p:nvSpPr>
          <p:cNvPr id="247" name="Google Shape;247;g2520cd657a0_0_2"/>
          <p:cNvSpPr/>
          <p:nvPr/>
        </p:nvSpPr>
        <p:spPr>
          <a:xfrm>
            <a:off x="4963497" y="1350750"/>
            <a:ext cx="3395100" cy="3339300"/>
          </a:xfrm>
          <a:prstGeom prst="roundRect">
            <a:avLst>
              <a:gd fmla="val 76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g2520cd657a0_0_2"/>
          <p:cNvSpPr/>
          <p:nvPr/>
        </p:nvSpPr>
        <p:spPr>
          <a:xfrm>
            <a:off x="785400" y="1350750"/>
            <a:ext cx="3395100" cy="3339300"/>
          </a:xfrm>
          <a:prstGeom prst="roundRect">
            <a:avLst>
              <a:gd fmla="val 7624" name="adj"/>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g2520cd657a0_0_2"/>
          <p:cNvSpPr txBox="1"/>
          <p:nvPr>
            <p:ph type="title"/>
          </p:nvPr>
        </p:nvSpPr>
        <p:spPr>
          <a:xfrm>
            <a:off x="456046" y="403100"/>
            <a:ext cx="8232000" cy="57270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SzPts val="3000"/>
              <a:buNone/>
            </a:pPr>
            <a:r>
              <a:rPr lang="en-US" sz="2600"/>
              <a:t>Exit Strategy Options for Investor</a:t>
            </a:r>
            <a:endParaRPr sz="2600"/>
          </a:p>
        </p:txBody>
      </p:sp>
      <p:sp>
        <p:nvSpPr>
          <p:cNvPr id="250" name="Google Shape;250;g2520cd657a0_0_2"/>
          <p:cNvSpPr txBox="1"/>
          <p:nvPr>
            <p:ph idx="1" type="subTitle"/>
          </p:nvPr>
        </p:nvSpPr>
        <p:spPr>
          <a:xfrm>
            <a:off x="1138514" y="1515404"/>
            <a:ext cx="2688900" cy="517800"/>
          </a:xfrm>
          <a:prstGeom prst="rect">
            <a:avLst/>
          </a:prstGeom>
          <a:noFill/>
          <a:ln>
            <a:noFill/>
          </a:ln>
        </p:spPr>
        <p:txBody>
          <a:bodyPr anchorCtr="0" anchor="t" bIns="91425" lIns="0" spcFirstLastPara="1" rIns="0" wrap="square" tIns="91425">
            <a:noAutofit/>
          </a:bodyPr>
          <a:lstStyle/>
          <a:p>
            <a:pPr indent="0" lvl="0" marL="0" rtl="0" algn="l">
              <a:lnSpc>
                <a:spcPct val="115000"/>
              </a:lnSpc>
              <a:spcBef>
                <a:spcPts val="0"/>
              </a:spcBef>
              <a:spcAft>
                <a:spcPts val="0"/>
              </a:spcAft>
              <a:buSzPts val="1900"/>
              <a:buNone/>
            </a:pPr>
            <a:r>
              <a:rPr lang="en-US" sz="1700"/>
              <a:t>Short term: Repayment</a:t>
            </a:r>
            <a:endParaRPr sz="1600">
              <a:solidFill>
                <a:srgbClr val="0D0D0D"/>
              </a:solidFill>
            </a:endParaRPr>
          </a:p>
        </p:txBody>
      </p:sp>
      <p:sp>
        <p:nvSpPr>
          <p:cNvPr id="251" name="Google Shape;251;g2520cd657a0_0_2"/>
          <p:cNvSpPr txBox="1"/>
          <p:nvPr>
            <p:ph idx="1" type="subTitle"/>
          </p:nvPr>
        </p:nvSpPr>
        <p:spPr>
          <a:xfrm>
            <a:off x="5316583" y="1515404"/>
            <a:ext cx="2688900" cy="517800"/>
          </a:xfrm>
          <a:prstGeom prst="rect">
            <a:avLst/>
          </a:prstGeom>
          <a:noFill/>
          <a:ln>
            <a:noFill/>
          </a:ln>
        </p:spPr>
        <p:txBody>
          <a:bodyPr anchorCtr="0" anchor="t" bIns="91425" lIns="0" spcFirstLastPara="1" rIns="0" wrap="square" tIns="91425">
            <a:noAutofit/>
          </a:bodyPr>
          <a:lstStyle/>
          <a:p>
            <a:pPr indent="0" lvl="0" marL="0" rtl="0" algn="l">
              <a:lnSpc>
                <a:spcPct val="115000"/>
              </a:lnSpc>
              <a:spcBef>
                <a:spcPts val="0"/>
              </a:spcBef>
              <a:spcAft>
                <a:spcPts val="0"/>
              </a:spcAft>
              <a:buSzPts val="1900"/>
              <a:buNone/>
            </a:pPr>
            <a:r>
              <a:rPr lang="en-US" sz="1400"/>
              <a:t>Long term: Acquisition Target</a:t>
            </a:r>
            <a:endParaRPr sz="1400">
              <a:solidFill>
                <a:srgbClr val="0D0D0D"/>
              </a:solidFill>
            </a:endParaRPr>
          </a:p>
        </p:txBody>
      </p:sp>
      <p:sp>
        <p:nvSpPr>
          <p:cNvPr id="252" name="Google Shape;252;g2520cd657a0_0_2"/>
          <p:cNvSpPr txBox="1"/>
          <p:nvPr/>
        </p:nvSpPr>
        <p:spPr>
          <a:xfrm>
            <a:off x="1008850" y="2183000"/>
            <a:ext cx="2885700" cy="19086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00000"/>
              </a:lnSpc>
              <a:spcBef>
                <a:spcPts val="0"/>
              </a:spcBef>
              <a:spcAft>
                <a:spcPts val="0"/>
              </a:spcAft>
              <a:buClr>
                <a:srgbClr val="000000"/>
              </a:buClr>
              <a:buSzPts val="1400"/>
              <a:buFont typeface="Montserrat"/>
              <a:buChar char="●"/>
            </a:pPr>
            <a:r>
              <a:rPr b="0" i="0" lang="en-US" sz="1400" u="none" cap="none" strike="noStrike">
                <a:solidFill>
                  <a:srgbClr val="000000"/>
                </a:solidFill>
                <a:latin typeface="Montserrat"/>
                <a:ea typeface="Montserrat"/>
                <a:cs typeface="Montserrat"/>
                <a:sym typeface="Montserrat"/>
              </a:rPr>
              <a:t>Lower equity</a:t>
            </a:r>
            <a:endParaRPr b="0" i="0" sz="1400" u="none" cap="none" strike="noStrike">
              <a:solidFill>
                <a:srgbClr val="000000"/>
              </a:solidFill>
              <a:latin typeface="Montserrat"/>
              <a:ea typeface="Montserrat"/>
              <a:cs typeface="Montserrat"/>
              <a:sym typeface="Montserrat"/>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a:p>
            <a:pPr indent="-317500" lvl="0" marL="457200" marR="0" rtl="0" algn="l">
              <a:lnSpc>
                <a:spcPct val="100000"/>
              </a:lnSpc>
              <a:spcBef>
                <a:spcPts val="0"/>
              </a:spcBef>
              <a:spcAft>
                <a:spcPts val="0"/>
              </a:spcAft>
              <a:buClr>
                <a:srgbClr val="000000"/>
              </a:buClr>
              <a:buSzPts val="1400"/>
              <a:buFont typeface="Montserrat"/>
              <a:buChar char="●"/>
            </a:pPr>
            <a:r>
              <a:rPr b="0" i="0" lang="en-US" sz="1400" u="none" cap="none" strike="noStrike">
                <a:solidFill>
                  <a:srgbClr val="000000"/>
                </a:solidFill>
                <a:latin typeface="Montserrat"/>
                <a:ea typeface="Montserrat"/>
                <a:cs typeface="Montserrat"/>
                <a:sym typeface="Montserrat"/>
              </a:rPr>
              <a:t>Timeline for repayment of investment with interest</a:t>
            </a:r>
            <a:br>
              <a:rPr b="0" i="0" lang="en-US" sz="1400" u="none" cap="none" strike="noStrike">
                <a:solidFill>
                  <a:srgbClr val="000000"/>
                </a:solidFill>
                <a:latin typeface="Montserrat"/>
                <a:ea typeface="Montserrat"/>
                <a:cs typeface="Montserrat"/>
                <a:sym typeface="Montserrat"/>
              </a:rPr>
            </a:br>
            <a:endParaRPr b="0" i="0" sz="1400" u="none" cap="none" strike="noStrike">
              <a:solidFill>
                <a:srgbClr val="000000"/>
              </a:solidFill>
              <a:latin typeface="Montserrat"/>
              <a:ea typeface="Montserrat"/>
              <a:cs typeface="Montserrat"/>
              <a:sym typeface="Montserrat"/>
            </a:endParaRPr>
          </a:p>
          <a:p>
            <a:pPr indent="-317500" lvl="0" marL="457200" marR="0" rtl="0" algn="l">
              <a:lnSpc>
                <a:spcPct val="100000"/>
              </a:lnSpc>
              <a:spcBef>
                <a:spcPts val="0"/>
              </a:spcBef>
              <a:spcAft>
                <a:spcPts val="0"/>
              </a:spcAft>
              <a:buClr>
                <a:srgbClr val="000000"/>
              </a:buClr>
              <a:buSzPts val="1400"/>
              <a:buFont typeface="Montserrat"/>
              <a:buChar char="●"/>
            </a:pPr>
            <a:r>
              <a:rPr b="0" i="0" lang="en-US" sz="1400" u="none" cap="none" strike="noStrike">
                <a:solidFill>
                  <a:srgbClr val="000000"/>
                </a:solidFill>
                <a:latin typeface="Montserrat"/>
                <a:ea typeface="Montserrat"/>
                <a:cs typeface="Montserrat"/>
                <a:sym typeface="Montserrat"/>
              </a:rPr>
              <a:t>Investment in idea of the product/business itself</a:t>
            </a:r>
            <a:endParaRPr b="0" i="0" sz="1400" u="none" cap="none" strike="noStrike">
              <a:solidFill>
                <a:srgbClr val="000000"/>
              </a:solidFill>
              <a:latin typeface="Montserrat"/>
              <a:ea typeface="Montserrat"/>
              <a:cs typeface="Montserrat"/>
              <a:sym typeface="Montserrat"/>
            </a:endParaRPr>
          </a:p>
        </p:txBody>
      </p:sp>
      <p:sp>
        <p:nvSpPr>
          <p:cNvPr id="253" name="Google Shape;253;g2520cd657a0_0_2"/>
          <p:cNvSpPr txBox="1"/>
          <p:nvPr/>
        </p:nvSpPr>
        <p:spPr>
          <a:xfrm>
            <a:off x="5174525" y="2111475"/>
            <a:ext cx="2973300" cy="23397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00000"/>
              </a:lnSpc>
              <a:spcBef>
                <a:spcPts val="0"/>
              </a:spcBef>
              <a:spcAft>
                <a:spcPts val="0"/>
              </a:spcAft>
              <a:buClr>
                <a:srgbClr val="000000"/>
              </a:buClr>
              <a:buSzPts val="1400"/>
              <a:buFont typeface="Montserrat"/>
              <a:buChar char="●"/>
            </a:pPr>
            <a:r>
              <a:rPr b="0" i="0" lang="en-US" sz="1400" u="none" cap="none" strike="noStrike">
                <a:solidFill>
                  <a:srgbClr val="000000"/>
                </a:solidFill>
                <a:latin typeface="Montserrat"/>
                <a:ea typeface="Montserrat"/>
                <a:cs typeface="Montserrat"/>
                <a:sym typeface="Montserrat"/>
              </a:rPr>
              <a:t>Higher equity</a:t>
            </a:r>
            <a:br>
              <a:rPr b="0" i="0" lang="en-US" sz="1400" u="none" cap="none" strike="noStrike">
                <a:solidFill>
                  <a:srgbClr val="000000"/>
                </a:solidFill>
                <a:latin typeface="Montserrat"/>
                <a:ea typeface="Montserrat"/>
                <a:cs typeface="Montserrat"/>
                <a:sym typeface="Montserrat"/>
              </a:rPr>
            </a:br>
            <a:endParaRPr b="0" i="0" sz="1400" u="none" cap="none" strike="noStrike">
              <a:solidFill>
                <a:srgbClr val="000000"/>
              </a:solidFill>
              <a:latin typeface="Montserrat"/>
              <a:ea typeface="Montserrat"/>
              <a:cs typeface="Montserrat"/>
              <a:sym typeface="Montserrat"/>
            </a:endParaRPr>
          </a:p>
          <a:p>
            <a:pPr indent="-317500" lvl="0" marL="457200" marR="0" rtl="0" algn="l">
              <a:lnSpc>
                <a:spcPct val="100000"/>
              </a:lnSpc>
              <a:spcBef>
                <a:spcPts val="0"/>
              </a:spcBef>
              <a:spcAft>
                <a:spcPts val="0"/>
              </a:spcAft>
              <a:buClr>
                <a:srgbClr val="000000"/>
              </a:buClr>
              <a:buSzPts val="1400"/>
              <a:buFont typeface="Montserrat"/>
              <a:buChar char="●"/>
            </a:pPr>
            <a:r>
              <a:rPr b="0" i="0" lang="en-US" sz="1400" u="none" cap="none" strike="noStrike">
                <a:solidFill>
                  <a:srgbClr val="000000"/>
                </a:solidFill>
                <a:latin typeface="Montserrat"/>
                <a:ea typeface="Montserrat"/>
                <a:cs typeface="Montserrat"/>
                <a:sym typeface="Montserrat"/>
              </a:rPr>
              <a:t>Allow us to reinvest net profits back into the company, take calculated risks to grow exponentially</a:t>
            </a:r>
            <a:br>
              <a:rPr b="0" i="0" lang="en-US" sz="1400" u="none" cap="none" strike="noStrike">
                <a:solidFill>
                  <a:srgbClr val="000000"/>
                </a:solidFill>
                <a:latin typeface="Montserrat"/>
                <a:ea typeface="Montserrat"/>
                <a:cs typeface="Montserrat"/>
                <a:sym typeface="Montserrat"/>
              </a:rPr>
            </a:br>
            <a:endParaRPr b="0" i="0" sz="1400" u="none" cap="none" strike="noStrike">
              <a:solidFill>
                <a:srgbClr val="000000"/>
              </a:solidFill>
              <a:latin typeface="Montserrat"/>
              <a:ea typeface="Montserrat"/>
              <a:cs typeface="Montserrat"/>
              <a:sym typeface="Montserrat"/>
            </a:endParaRPr>
          </a:p>
          <a:p>
            <a:pPr indent="-317500" lvl="0" marL="457200" marR="0" rtl="0" algn="l">
              <a:lnSpc>
                <a:spcPct val="100000"/>
              </a:lnSpc>
              <a:spcBef>
                <a:spcPts val="0"/>
              </a:spcBef>
              <a:spcAft>
                <a:spcPts val="0"/>
              </a:spcAft>
              <a:buClr>
                <a:srgbClr val="000000"/>
              </a:buClr>
              <a:buSzPts val="1400"/>
              <a:buFont typeface="Montserrat"/>
              <a:buChar char="●"/>
            </a:pPr>
            <a:r>
              <a:rPr b="0" i="0" lang="en-US" sz="1400" u="none" cap="none" strike="noStrike">
                <a:solidFill>
                  <a:srgbClr val="000000"/>
                </a:solidFill>
                <a:latin typeface="Montserrat"/>
                <a:ea typeface="Montserrat"/>
                <a:cs typeface="Montserrat"/>
                <a:sym typeface="Montserrat"/>
              </a:rPr>
              <a:t>Investment in founders to grow the company</a:t>
            </a:r>
            <a:endParaRPr b="0" i="0" sz="14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0"/>
          <p:cNvSpPr txBox="1"/>
          <p:nvPr>
            <p:ph type="title"/>
          </p:nvPr>
        </p:nvSpPr>
        <p:spPr>
          <a:xfrm>
            <a:off x="994650" y="985050"/>
            <a:ext cx="6319800" cy="3173400"/>
          </a:xfrm>
          <a:prstGeom prst="rect">
            <a:avLst/>
          </a:prstGeom>
          <a:noFill/>
          <a:ln>
            <a:noFill/>
          </a:ln>
        </p:spPr>
        <p:txBody>
          <a:bodyPr anchorCtr="0" anchor="ctr" bIns="91425" lIns="0" spcFirstLastPara="1" rIns="0" wrap="square" tIns="91425">
            <a:noAutofit/>
          </a:bodyPr>
          <a:lstStyle/>
          <a:p>
            <a:pPr indent="0" lvl="0" marL="0" rtl="0" algn="l">
              <a:lnSpc>
                <a:spcPct val="100000"/>
              </a:lnSpc>
              <a:spcBef>
                <a:spcPts val="0"/>
              </a:spcBef>
              <a:spcAft>
                <a:spcPts val="0"/>
              </a:spcAft>
              <a:buSzPts val="3000"/>
              <a:buNone/>
            </a:pPr>
            <a:r>
              <a:rPr lang="en-US" sz="3600"/>
              <a:t>Join Our Mission</a:t>
            </a:r>
            <a:endParaRPr sz="3600"/>
          </a:p>
          <a:p>
            <a:pPr indent="0" lvl="0" marL="0" rtl="0" algn="l">
              <a:lnSpc>
                <a:spcPct val="100000"/>
              </a:lnSpc>
              <a:spcBef>
                <a:spcPts val="0"/>
              </a:spcBef>
              <a:spcAft>
                <a:spcPts val="0"/>
              </a:spcAft>
              <a:buSzPts val="3000"/>
              <a:buNone/>
            </a:pPr>
            <a:r>
              <a:t/>
            </a:r>
            <a:endParaRPr sz="3600"/>
          </a:p>
          <a:p>
            <a:pPr indent="0" lvl="0" marL="0" rtl="0" algn="just">
              <a:lnSpc>
                <a:spcPct val="115000"/>
              </a:lnSpc>
              <a:spcBef>
                <a:spcPts val="0"/>
              </a:spcBef>
              <a:spcAft>
                <a:spcPts val="0"/>
              </a:spcAft>
              <a:buSzPts val="3000"/>
              <a:buNone/>
            </a:pPr>
            <a:r>
              <a:rPr lang="en-US" sz="1200">
                <a:solidFill>
                  <a:srgbClr val="000000"/>
                </a:solidFill>
                <a:latin typeface="Poppins Light"/>
                <a:ea typeface="Poppins Light"/>
                <a:cs typeface="Poppins Light"/>
                <a:sym typeface="Poppins Light"/>
              </a:rPr>
              <a:t>Thank you for considering Record Vote for your investment portfolio. We believe that our platform has the potential to revolutionize the way Texans stay informed and engaged in the democratic process. We invite you to join us on our mission to create a more informed and empowered Texas. To learn more about our platform, please schedule a demo with our team. We look forward to partnering with you to achieve our shared goals.</a:t>
            </a:r>
            <a:endParaRPr sz="12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1"/>
          <p:cNvSpPr txBox="1"/>
          <p:nvPr>
            <p:ph type="title"/>
          </p:nvPr>
        </p:nvSpPr>
        <p:spPr>
          <a:xfrm>
            <a:off x="477900" y="1156781"/>
            <a:ext cx="3243000" cy="141870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SzPts val="3000"/>
              <a:buNone/>
            </a:pPr>
            <a:r>
              <a:rPr lang="en-US"/>
              <a:t>Let’s talk business</a:t>
            </a:r>
            <a:endParaRPr/>
          </a:p>
        </p:txBody>
      </p:sp>
      <p:sp>
        <p:nvSpPr>
          <p:cNvPr id="264" name="Google Shape;264;p21"/>
          <p:cNvSpPr txBox="1"/>
          <p:nvPr>
            <p:ph idx="2" type="body"/>
          </p:nvPr>
        </p:nvSpPr>
        <p:spPr>
          <a:xfrm>
            <a:off x="477900" y="4095820"/>
            <a:ext cx="3243000" cy="566100"/>
          </a:xfrm>
          <a:prstGeom prst="rect">
            <a:avLst/>
          </a:prstGeom>
          <a:noFill/>
          <a:ln>
            <a:noFill/>
          </a:ln>
        </p:spPr>
        <p:txBody>
          <a:bodyPr anchorCtr="0" anchor="b" bIns="0" lIns="0" spcFirstLastPara="1" rIns="91425" wrap="square" tIns="91425">
            <a:noAutofit/>
          </a:bodyPr>
          <a:lstStyle/>
          <a:p>
            <a:pPr indent="0" lvl="0" marL="0" rtl="0" algn="l">
              <a:lnSpc>
                <a:spcPct val="115000"/>
              </a:lnSpc>
              <a:spcBef>
                <a:spcPts val="0"/>
              </a:spcBef>
              <a:spcAft>
                <a:spcPts val="0"/>
              </a:spcAft>
              <a:buSzPts val="900"/>
              <a:buNone/>
            </a:pPr>
            <a:r>
              <a:rPr lang="en-US" sz="1100">
                <a:latin typeface="Poppins SemiBold"/>
                <a:ea typeface="Poppins SemiBold"/>
                <a:cs typeface="Poppins SemiBold"/>
                <a:sym typeface="Poppins SemiBold"/>
              </a:rPr>
              <a:t>Andrew Cates</a:t>
            </a:r>
            <a:endParaRPr sz="1100">
              <a:latin typeface="Poppins SemiBold"/>
              <a:ea typeface="Poppins SemiBold"/>
              <a:cs typeface="Poppins SemiBold"/>
              <a:sym typeface="Poppins SemiBold"/>
            </a:endParaRPr>
          </a:p>
          <a:p>
            <a:pPr indent="0" lvl="0" marL="0" rtl="0" algn="l">
              <a:lnSpc>
                <a:spcPct val="115000"/>
              </a:lnSpc>
              <a:spcBef>
                <a:spcPts val="0"/>
              </a:spcBef>
              <a:spcAft>
                <a:spcPts val="0"/>
              </a:spcAft>
              <a:buSzPts val="900"/>
              <a:buNone/>
            </a:pPr>
            <a:r>
              <a:rPr lang="en-US"/>
              <a:t>Founder</a:t>
            </a:r>
            <a:endParaRPr/>
          </a:p>
          <a:p>
            <a:pPr indent="0" lvl="0" marL="0" rtl="0" algn="l">
              <a:lnSpc>
                <a:spcPct val="115000"/>
              </a:lnSpc>
              <a:spcBef>
                <a:spcPts val="0"/>
              </a:spcBef>
              <a:spcAft>
                <a:spcPts val="0"/>
              </a:spcAft>
              <a:buSzPts val="900"/>
              <a:buNone/>
            </a:pPr>
            <a:r>
              <a:rPr lang="en-US"/>
              <a:t>Record Vote</a:t>
            </a:r>
            <a:endParaRPr/>
          </a:p>
        </p:txBody>
      </p:sp>
      <p:sp>
        <p:nvSpPr>
          <p:cNvPr id="265" name="Google Shape;265;p21"/>
          <p:cNvSpPr txBox="1"/>
          <p:nvPr/>
        </p:nvSpPr>
        <p:spPr>
          <a:xfrm>
            <a:off x="477908" y="2787675"/>
            <a:ext cx="3695400" cy="254100"/>
          </a:xfrm>
          <a:prstGeom prst="rect">
            <a:avLst/>
          </a:prstGeom>
          <a:noFill/>
          <a:ln>
            <a:noFill/>
          </a:ln>
        </p:spPr>
        <p:txBody>
          <a:bodyPr anchorCtr="0" anchor="t" bIns="19050" lIns="19050" spcFirstLastPara="1" rIns="19050" wrap="square" tIns="19050">
            <a:noAutofit/>
          </a:bodyPr>
          <a:lstStyle/>
          <a:p>
            <a:pPr indent="0" lvl="0" marL="0" marR="0" rtl="0" algn="l">
              <a:lnSpc>
                <a:spcPct val="130000"/>
              </a:lnSpc>
              <a:spcBef>
                <a:spcPts val="0"/>
              </a:spcBef>
              <a:spcAft>
                <a:spcPts val="0"/>
              </a:spcAft>
              <a:buClr>
                <a:srgbClr val="0D0D0D"/>
              </a:buClr>
              <a:buSzPts val="1400"/>
              <a:buFont typeface="Poppins SemiBold"/>
              <a:buNone/>
            </a:pPr>
            <a:r>
              <a:rPr b="0" i="0" lang="en-US" sz="1400" u="none" cap="none" strike="noStrike">
                <a:solidFill>
                  <a:srgbClr val="0D0D0D"/>
                </a:solidFill>
                <a:latin typeface="Poppins SemiBold"/>
                <a:ea typeface="Poppins SemiBold"/>
                <a:cs typeface="Poppins SemiBold"/>
                <a:sym typeface="Poppins SemiBold"/>
              </a:rPr>
              <a:t>andrew@andrewcates.com</a:t>
            </a:r>
            <a:endParaRPr b="0" i="0" sz="500" u="none" cap="none" strike="noStrike">
              <a:solidFill>
                <a:srgbClr val="000000"/>
              </a:solidFill>
              <a:latin typeface="Arial"/>
              <a:ea typeface="Arial"/>
              <a:cs typeface="Arial"/>
              <a:sym typeface="Arial"/>
            </a:endParaRPr>
          </a:p>
        </p:txBody>
      </p:sp>
      <p:sp>
        <p:nvSpPr>
          <p:cNvPr id="266" name="Google Shape;266;p21"/>
          <p:cNvSpPr txBox="1"/>
          <p:nvPr/>
        </p:nvSpPr>
        <p:spPr>
          <a:xfrm>
            <a:off x="477888" y="2559083"/>
            <a:ext cx="2286000" cy="177000"/>
          </a:xfrm>
          <a:prstGeom prst="rect">
            <a:avLst/>
          </a:prstGeom>
          <a:noFill/>
          <a:ln>
            <a:noFill/>
          </a:ln>
        </p:spPr>
        <p:txBody>
          <a:bodyPr anchorCtr="0" anchor="t" bIns="19050" lIns="19050" spcFirstLastPara="1" rIns="19050" wrap="square" tIns="19050">
            <a:spAutoFit/>
          </a:bodyPr>
          <a:lstStyle/>
          <a:p>
            <a:pPr indent="0" lvl="0" marL="0" marR="0" rtl="0" algn="l">
              <a:lnSpc>
                <a:spcPct val="150000"/>
              </a:lnSpc>
              <a:spcBef>
                <a:spcPts val="0"/>
              </a:spcBef>
              <a:spcAft>
                <a:spcPts val="0"/>
              </a:spcAft>
              <a:buClr>
                <a:srgbClr val="0D0D0D"/>
              </a:buClr>
              <a:buSzPts val="900"/>
              <a:buFont typeface="Poppins Light"/>
              <a:buNone/>
            </a:pPr>
            <a:r>
              <a:rPr b="0" i="0" lang="en-US" sz="900" u="none" cap="none" strike="noStrike">
                <a:solidFill>
                  <a:srgbClr val="0D0D0D"/>
                </a:solidFill>
                <a:latin typeface="Poppins Light"/>
                <a:ea typeface="Poppins Light"/>
                <a:cs typeface="Poppins Light"/>
                <a:sym typeface="Poppins Light"/>
              </a:rPr>
              <a:t>Email</a:t>
            </a:r>
            <a:endParaRPr b="0" i="0" sz="500" u="none" cap="none" strike="noStrike">
              <a:solidFill>
                <a:srgbClr val="000000"/>
              </a:solidFill>
              <a:latin typeface="Arial"/>
              <a:ea typeface="Arial"/>
              <a:cs typeface="Arial"/>
              <a:sym typeface="Arial"/>
            </a:endParaRPr>
          </a:p>
        </p:txBody>
      </p:sp>
      <p:sp>
        <p:nvSpPr>
          <p:cNvPr id="267" name="Google Shape;267;p21"/>
          <p:cNvSpPr txBox="1"/>
          <p:nvPr/>
        </p:nvSpPr>
        <p:spPr>
          <a:xfrm>
            <a:off x="477900" y="3479821"/>
            <a:ext cx="2286000" cy="317400"/>
          </a:xfrm>
          <a:prstGeom prst="rect">
            <a:avLst/>
          </a:prstGeom>
          <a:noFill/>
          <a:ln>
            <a:noFill/>
          </a:ln>
        </p:spPr>
        <p:txBody>
          <a:bodyPr anchorCtr="0" anchor="t" bIns="19050" lIns="19050" spcFirstLastPara="1" rIns="19050" wrap="square" tIns="19050">
            <a:spAutoFit/>
          </a:bodyPr>
          <a:lstStyle/>
          <a:p>
            <a:pPr indent="0" lvl="0" marL="0" marR="0" rtl="0" algn="l">
              <a:lnSpc>
                <a:spcPct val="130000"/>
              </a:lnSpc>
              <a:spcBef>
                <a:spcPts val="0"/>
              </a:spcBef>
              <a:spcAft>
                <a:spcPts val="0"/>
              </a:spcAft>
              <a:buClr>
                <a:srgbClr val="0D0D0D"/>
              </a:buClr>
              <a:buSzPts val="1400"/>
              <a:buFont typeface="Poppins SemiBold"/>
              <a:buNone/>
            </a:pPr>
            <a:r>
              <a:rPr b="0" i="0" lang="en-US" sz="1400" u="none" cap="none" strike="noStrike">
                <a:solidFill>
                  <a:srgbClr val="0D0D0D"/>
                </a:solidFill>
                <a:latin typeface="Poppins SemiBold"/>
                <a:ea typeface="Poppins SemiBold"/>
                <a:cs typeface="Poppins SemiBold"/>
                <a:sym typeface="Poppins SemiBold"/>
              </a:rPr>
              <a:t>512-426-4593</a:t>
            </a:r>
            <a:endParaRPr b="0" i="0" sz="500" u="none" cap="none" strike="noStrike">
              <a:solidFill>
                <a:srgbClr val="000000"/>
              </a:solidFill>
              <a:latin typeface="Arial"/>
              <a:ea typeface="Arial"/>
              <a:cs typeface="Arial"/>
              <a:sym typeface="Arial"/>
            </a:endParaRPr>
          </a:p>
        </p:txBody>
      </p:sp>
      <p:sp>
        <p:nvSpPr>
          <p:cNvPr id="268" name="Google Shape;268;p21"/>
          <p:cNvSpPr txBox="1"/>
          <p:nvPr/>
        </p:nvSpPr>
        <p:spPr>
          <a:xfrm>
            <a:off x="477900" y="3251221"/>
            <a:ext cx="2286000" cy="177000"/>
          </a:xfrm>
          <a:prstGeom prst="rect">
            <a:avLst/>
          </a:prstGeom>
          <a:noFill/>
          <a:ln>
            <a:noFill/>
          </a:ln>
        </p:spPr>
        <p:txBody>
          <a:bodyPr anchorCtr="0" anchor="t" bIns="19050" lIns="19050" spcFirstLastPara="1" rIns="19050" wrap="square" tIns="19050">
            <a:spAutoFit/>
          </a:bodyPr>
          <a:lstStyle/>
          <a:p>
            <a:pPr indent="0" lvl="0" marL="0" marR="0" rtl="0" algn="l">
              <a:lnSpc>
                <a:spcPct val="150000"/>
              </a:lnSpc>
              <a:spcBef>
                <a:spcPts val="0"/>
              </a:spcBef>
              <a:spcAft>
                <a:spcPts val="0"/>
              </a:spcAft>
              <a:buClr>
                <a:srgbClr val="0D0D0D"/>
              </a:buClr>
              <a:buSzPts val="900"/>
              <a:buFont typeface="Poppins Light"/>
              <a:buNone/>
            </a:pPr>
            <a:r>
              <a:rPr b="0" i="0" lang="en-US" sz="900" u="none" cap="none" strike="noStrike">
                <a:solidFill>
                  <a:srgbClr val="0D0D0D"/>
                </a:solidFill>
                <a:latin typeface="Poppins Light"/>
                <a:ea typeface="Poppins Light"/>
                <a:cs typeface="Poppins Light"/>
                <a:sym typeface="Poppins Light"/>
              </a:rPr>
              <a:t>Phone</a:t>
            </a:r>
            <a:endParaRPr b="0" i="0" sz="500" u="none" cap="none" strike="noStrike">
              <a:solidFill>
                <a:srgbClr val="000000"/>
              </a:solidFill>
              <a:latin typeface="Arial"/>
              <a:ea typeface="Arial"/>
              <a:cs typeface="Arial"/>
              <a:sym typeface="Arial"/>
            </a:endParaRPr>
          </a:p>
        </p:txBody>
      </p:sp>
      <p:pic>
        <p:nvPicPr>
          <p:cNvPr id="269" name="Google Shape;269;p21"/>
          <p:cNvPicPr preferRelativeResize="0"/>
          <p:nvPr/>
        </p:nvPicPr>
        <p:blipFill rotWithShape="1">
          <a:blip r:embed="rId3">
            <a:alphaModFix/>
          </a:blip>
          <a:srcRect b="0" l="0" r="0" t="0"/>
          <a:stretch/>
        </p:blipFill>
        <p:spPr>
          <a:xfrm>
            <a:off x="4325708" y="152400"/>
            <a:ext cx="4665893" cy="466589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g2772ac48db5_0_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3703"/>
              <a:buNone/>
            </a:pPr>
            <a:r>
              <a:rPr lang="en-US"/>
              <a:t>SaaS </a:t>
            </a:r>
            <a:r>
              <a:rPr lang="en-US"/>
              <a:t>Market Insight</a:t>
            </a:r>
            <a:endParaRPr/>
          </a:p>
        </p:txBody>
      </p:sp>
      <p:sp>
        <p:nvSpPr>
          <p:cNvPr id="275" name="Google Shape;275;g2772ac48db5_0_32"/>
          <p:cNvSpPr txBox="1"/>
          <p:nvPr/>
        </p:nvSpPr>
        <p:spPr>
          <a:xfrm>
            <a:off x="466775" y="1254350"/>
            <a:ext cx="8269800" cy="33447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US" sz="1100">
                <a:solidFill>
                  <a:srgbClr val="293849"/>
                </a:solidFill>
                <a:highlight>
                  <a:srgbClr val="FFFFFF"/>
                </a:highlight>
                <a:latin typeface="Montserrat"/>
                <a:ea typeface="Montserrat"/>
                <a:cs typeface="Montserrat"/>
                <a:sym typeface="Montserrat"/>
              </a:rPr>
              <a:t>The global software as a service market size is expected to reach USD 819.23 billion by 2030, growing at a CAGR of 13.7% from 2023 to 2030.</a:t>
            </a:r>
            <a:endParaRPr sz="1100">
              <a:solidFill>
                <a:srgbClr val="293849"/>
              </a:solidFill>
              <a:highlight>
                <a:srgbClr val="FFFFFF"/>
              </a:highlight>
              <a:latin typeface="Montserrat"/>
              <a:ea typeface="Montserrat"/>
              <a:cs typeface="Montserrat"/>
              <a:sym typeface="Montserrat"/>
            </a:endParaRPr>
          </a:p>
          <a:p>
            <a:pPr indent="-298450" lvl="0" marL="457200" rtl="0" algn="l">
              <a:spcBef>
                <a:spcPts val="0"/>
              </a:spcBef>
              <a:spcAft>
                <a:spcPts val="0"/>
              </a:spcAft>
              <a:buClr>
                <a:srgbClr val="293849"/>
              </a:buClr>
              <a:buSzPts val="1100"/>
              <a:buFont typeface="Montserrat"/>
              <a:buChar char="●"/>
            </a:pPr>
            <a:r>
              <a:rPr lang="en-US" sz="1100">
                <a:solidFill>
                  <a:srgbClr val="293849"/>
                </a:solidFill>
                <a:highlight>
                  <a:srgbClr val="FFFFFF"/>
                </a:highlight>
                <a:latin typeface="Montserrat"/>
                <a:ea typeface="Montserrat"/>
                <a:cs typeface="Montserrat"/>
                <a:sym typeface="Montserrat"/>
              </a:rPr>
              <a:t>The rising trend towards mobile applications such as emails, video calls, and instant messaging further increases the usage of smart devices which further encourages the demand for software as a service (SaaS) during the forecast period.</a:t>
            </a:r>
            <a:endParaRPr sz="1100">
              <a:solidFill>
                <a:srgbClr val="293849"/>
              </a:solidFill>
              <a:highlight>
                <a:srgbClr val="FFFFFF"/>
              </a:highlight>
              <a:latin typeface="Montserrat"/>
              <a:ea typeface="Montserrat"/>
              <a:cs typeface="Montserrat"/>
              <a:sym typeface="Montserrat"/>
            </a:endParaRPr>
          </a:p>
          <a:p>
            <a:pPr indent="-298450" lvl="0" marL="457200" rtl="0" algn="l">
              <a:lnSpc>
                <a:spcPct val="115000"/>
              </a:lnSpc>
              <a:spcBef>
                <a:spcPts val="0"/>
              </a:spcBef>
              <a:spcAft>
                <a:spcPts val="0"/>
              </a:spcAft>
              <a:buClr>
                <a:srgbClr val="293849"/>
              </a:buClr>
              <a:buSzPts val="1100"/>
              <a:buFont typeface="Montserrat"/>
              <a:buChar char="●"/>
            </a:pPr>
            <a:r>
              <a:rPr lang="en-US" sz="1100">
                <a:solidFill>
                  <a:srgbClr val="293849"/>
                </a:solidFill>
                <a:highlight>
                  <a:srgbClr val="FFFFFF"/>
                </a:highlight>
                <a:latin typeface="Montserrat"/>
                <a:ea typeface="Montserrat"/>
                <a:cs typeface="Montserrat"/>
                <a:sym typeface="Montserrat"/>
              </a:rPr>
              <a:t>The software segment led the market in 2022, accounting for over 84% share of the global revenue owing to a rise in the demand for cloud-based software outsourcing and an increase in the number of SMEs outsourcing</a:t>
            </a:r>
            <a:endParaRPr sz="1100">
              <a:solidFill>
                <a:srgbClr val="293849"/>
              </a:solidFill>
              <a:highlight>
                <a:srgbClr val="FFFFFF"/>
              </a:highlight>
              <a:latin typeface="Montserrat"/>
              <a:ea typeface="Montserrat"/>
              <a:cs typeface="Montserrat"/>
              <a:sym typeface="Montserrat"/>
            </a:endParaRPr>
          </a:p>
          <a:p>
            <a:pPr indent="-298450" lvl="0" marL="457200" rtl="0" algn="l">
              <a:lnSpc>
                <a:spcPct val="115000"/>
              </a:lnSpc>
              <a:spcBef>
                <a:spcPts val="0"/>
              </a:spcBef>
              <a:spcAft>
                <a:spcPts val="0"/>
              </a:spcAft>
              <a:buClr>
                <a:srgbClr val="293849"/>
              </a:buClr>
              <a:buSzPts val="1100"/>
              <a:buFont typeface="Montserrat"/>
              <a:buChar char="●"/>
            </a:pPr>
            <a:r>
              <a:rPr lang="en-US" sz="1100">
                <a:solidFill>
                  <a:srgbClr val="293849"/>
                </a:solidFill>
                <a:highlight>
                  <a:srgbClr val="FFFFFF"/>
                </a:highlight>
                <a:latin typeface="Montserrat"/>
                <a:ea typeface="Montserrat"/>
                <a:cs typeface="Montserrat"/>
                <a:sym typeface="Montserrat"/>
              </a:rPr>
              <a:t>The private cloud segment held the largest revenue share of over 44% in 2022. Private clouds combine many advantages of cloud computing, such as ease of service delivery, scalability, security, elasticity, and resource personalization of on-premises infrastructure</a:t>
            </a:r>
            <a:endParaRPr sz="1100">
              <a:solidFill>
                <a:srgbClr val="293849"/>
              </a:solidFill>
              <a:highlight>
                <a:srgbClr val="FFFFFF"/>
              </a:highlight>
              <a:latin typeface="Montserrat"/>
              <a:ea typeface="Montserrat"/>
              <a:cs typeface="Montserrat"/>
              <a:sym typeface="Montserrat"/>
            </a:endParaRPr>
          </a:p>
          <a:p>
            <a:pPr indent="-298450" lvl="0" marL="457200" rtl="0" algn="l">
              <a:lnSpc>
                <a:spcPct val="115000"/>
              </a:lnSpc>
              <a:spcBef>
                <a:spcPts val="0"/>
              </a:spcBef>
              <a:spcAft>
                <a:spcPts val="0"/>
              </a:spcAft>
              <a:buClr>
                <a:srgbClr val="293849"/>
              </a:buClr>
              <a:buSzPts val="1100"/>
              <a:buFont typeface="Montserrat"/>
              <a:buChar char="●"/>
            </a:pPr>
            <a:r>
              <a:rPr lang="en-US" sz="1100">
                <a:solidFill>
                  <a:srgbClr val="293849"/>
                </a:solidFill>
                <a:highlight>
                  <a:srgbClr val="FFFFFF"/>
                </a:highlight>
                <a:latin typeface="Montserrat"/>
                <a:ea typeface="Montserrat"/>
                <a:cs typeface="Montserrat"/>
                <a:sym typeface="Montserrat"/>
              </a:rPr>
              <a:t>The large enterprises segment led the market in 2022, accounting for over 60% share of the global revenue. SaaS gives enterprises greater visibility and control over their cloud environments, allowing them to manage risk and compliance requirements better</a:t>
            </a:r>
            <a:endParaRPr sz="1100">
              <a:solidFill>
                <a:srgbClr val="293849"/>
              </a:solidFill>
              <a:highlight>
                <a:srgbClr val="FFFFFF"/>
              </a:highlight>
              <a:latin typeface="Montserrat"/>
              <a:ea typeface="Montserrat"/>
              <a:cs typeface="Montserrat"/>
              <a:sym typeface="Montserrat"/>
            </a:endParaRPr>
          </a:p>
          <a:p>
            <a:pPr indent="-298450" lvl="0" marL="457200" rtl="0" algn="l">
              <a:spcBef>
                <a:spcPts val="0"/>
              </a:spcBef>
              <a:spcAft>
                <a:spcPts val="0"/>
              </a:spcAft>
              <a:buClr>
                <a:srgbClr val="293849"/>
              </a:buClr>
              <a:buSzPts val="1100"/>
              <a:buFont typeface="Montserrat"/>
              <a:buChar char="●"/>
            </a:pPr>
            <a:r>
              <a:rPr lang="en-US" sz="1100">
                <a:solidFill>
                  <a:srgbClr val="293849"/>
                </a:solidFill>
                <a:highlight>
                  <a:srgbClr val="FFFFFF"/>
                </a:highlight>
                <a:latin typeface="Montserrat"/>
                <a:ea typeface="Montserrat"/>
                <a:cs typeface="Montserrat"/>
                <a:sym typeface="Montserrat"/>
              </a:rPr>
              <a:t>North America accounted for the largest share of over 44% of the global SaaS market. Software as a Service (SaaS) is a rapidly growing industry in North America, with many developments emerging in recent years. Cloud-based software solutions have become increasingly popular in North America due to their scalability, cost-effectiveness, and ease of use</a:t>
            </a:r>
            <a:endParaRPr sz="1100">
              <a:solidFill>
                <a:srgbClr val="293849"/>
              </a:solidFill>
              <a:highlight>
                <a:srgbClr val="FFFFFF"/>
              </a:highlight>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hite">
  <a:themeElements>
    <a:clrScheme name="slidddo">
      <a:dk1>
        <a:srgbClr val="0D0D0D"/>
      </a:dk1>
      <a:lt1>
        <a:srgbClr val="EFF2FF"/>
      </a:lt1>
      <a:dk2>
        <a:srgbClr val="EBF6F8"/>
      </a:dk2>
      <a:lt2>
        <a:srgbClr val="FCF3DF"/>
      </a:lt2>
      <a:accent1>
        <a:srgbClr val="6E49FD"/>
      </a:accent1>
      <a:accent2>
        <a:srgbClr val="F37637"/>
      </a:accent2>
      <a:accent3>
        <a:srgbClr val="41B857"/>
      </a:accent3>
      <a:accent4>
        <a:srgbClr val="5169F6"/>
      </a:accent4>
      <a:accent5>
        <a:srgbClr val="F9C344"/>
      </a:accent5>
      <a:accent6>
        <a:srgbClr val="432C9C"/>
      </a:accent6>
      <a:hlink>
        <a:srgbClr val="0C0C0C"/>
      </a:hlink>
      <a:folHlink>
        <a:srgbClr val="0C0C0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Ben Melson</dc:creator>
</cp:coreProperties>
</file>